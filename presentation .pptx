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91" r:id="rId3"/>
    <p:sldId id="257" r:id="rId4"/>
    <p:sldId id="293" r:id="rId5"/>
    <p:sldId id="260" r:id="rId6"/>
    <p:sldId id="292" r:id="rId7"/>
    <p:sldId id="266" r:id="rId8"/>
    <p:sldId id="258" r:id="rId9"/>
    <p:sldId id="297" r:id="rId10"/>
    <p:sldId id="259" r:id="rId11"/>
    <p:sldId id="295" r:id="rId12"/>
    <p:sldId id="294" r:id="rId13"/>
    <p:sldId id="296" r:id="rId14"/>
    <p:sldId id="262" r:id="rId15"/>
    <p:sldId id="268" r:id="rId16"/>
    <p:sldId id="279" r:id="rId17"/>
    <p:sldId id="298" r:id="rId18"/>
    <p:sldId id="276" r:id="rId19"/>
    <p:sldId id="263" r:id="rId20"/>
    <p:sldId id="285" r:id="rId21"/>
    <p:sldId id="273" r:id="rId22"/>
    <p:sldId id="280" r:id="rId23"/>
    <p:sldId id="269" r:id="rId24"/>
    <p:sldId id="283" r:id="rId25"/>
    <p:sldId id="261" r:id="rId26"/>
    <p:sldId id="299" r:id="rId27"/>
  </p:sldIdLst>
  <p:sldSz cx="9144000" cy="5143500" type="screen16x9"/>
  <p:notesSz cx="6858000" cy="9144000"/>
  <p:embeddedFontLst>
    <p:embeddedFont>
      <p:font typeface="Maven Pro" panose="020B0604020202020204" charset="0"/>
      <p:regular r:id="rId29"/>
      <p:bold r:id="rId30"/>
    </p:embeddedFont>
    <p:embeddedFont>
      <p:font typeface="Nunito Light" pitchFamily="2" charset="0"/>
      <p:regular r:id="rId31"/>
      <p:italic r:id="rId32"/>
    </p:embeddedFont>
    <p:embeddedFont>
      <p:font typeface="Roboto Condensed Light" panose="02000000000000000000" pitchFamily="2" charset="0"/>
      <p:regular r:id="rId33"/>
      <p:italic r:id="rId34"/>
    </p:embeddedFont>
    <p:embeddedFont>
      <p:font typeface="Share Tech" panose="020B060402020202020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4A1EB-5222-45E5-9083-F88DC1019E72}" v="102" dt="2026-05-09T15:57:55.735"/>
  </p1510:revLst>
</p1510:revInfo>
</file>

<file path=ppt/tableStyles.xml><?xml version="1.0" encoding="utf-8"?>
<a:tblStyleLst xmlns:a="http://schemas.openxmlformats.org/drawingml/2006/main" def="{A20ED932-E9F9-4CAB-BFD0-6806A267CB4F}">
  <a:tblStyle styleId="{A20ED932-E9F9-4CAB-BFD0-6806A267CB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9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ra Zalat" userId="ccc0323e59cb819f" providerId="LiveId" clId="{6618D68A-4DA5-402C-8903-C93337F81BB6}"/>
    <pc:docChg chg="undo redo custSel addSld delSld modSld sldOrd">
      <pc:chgData name="Yara Zalat" userId="ccc0323e59cb819f" providerId="LiveId" clId="{6618D68A-4DA5-402C-8903-C93337F81BB6}" dt="2026-05-09T16:04:01.509" v="2286" actId="20577"/>
      <pc:docMkLst>
        <pc:docMk/>
      </pc:docMkLst>
      <pc:sldChg chg="modSp mod ord">
        <pc:chgData name="Yara Zalat" userId="ccc0323e59cb819f" providerId="LiveId" clId="{6618D68A-4DA5-402C-8903-C93337F81BB6}" dt="2026-05-09T04:23:11.511" v="221" actId="20577"/>
        <pc:sldMkLst>
          <pc:docMk/>
          <pc:sldMk cId="0" sldId="258"/>
        </pc:sldMkLst>
        <pc:spChg chg="mod">
          <ac:chgData name="Yara Zalat" userId="ccc0323e59cb819f" providerId="LiveId" clId="{6618D68A-4DA5-402C-8903-C93337F81BB6}" dt="2026-05-09T04:23:11.511" v="221" actId="20577"/>
          <ac:spMkLst>
            <pc:docMk/>
            <pc:sldMk cId="0" sldId="258"/>
            <ac:spMk id="207" creationId="{00000000-0000-0000-0000-000000000000}"/>
          </ac:spMkLst>
        </pc:spChg>
      </pc:sldChg>
      <pc:sldChg chg="addSp delSp modSp mod">
        <pc:chgData name="Yara Zalat" userId="ccc0323e59cb819f" providerId="LiveId" clId="{6618D68A-4DA5-402C-8903-C93337F81BB6}" dt="2026-05-09T04:35:31.320" v="424" actId="1076"/>
        <pc:sldMkLst>
          <pc:docMk/>
          <pc:sldMk cId="0" sldId="259"/>
        </pc:sldMkLst>
        <pc:spChg chg="add 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4" creationId="{EAF287C8-40EA-EBCA-00D2-648D61BE0D2E}"/>
          </ac:spMkLst>
        </pc:spChg>
        <pc:spChg chg="add 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5" creationId="{73AA89FE-C804-45AB-E060-6932D8129ADE}"/>
          </ac:spMkLst>
        </pc:spChg>
        <pc:spChg chg="add 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7" creationId="{8DB9A0FA-BDB9-69FD-0878-E797886F2562}"/>
          </ac:spMkLst>
        </pc:spChg>
        <pc:spChg chg="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9" creationId="{D408A6E9-80BF-D55D-654E-88C8E0966C8D}"/>
          </ac:spMkLst>
        </pc:spChg>
        <pc:spChg chg="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14" creationId="{2247128C-C5B0-D2DE-D013-0E37321D756A}"/>
          </ac:spMkLst>
        </pc:spChg>
        <pc:spChg chg="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16" creationId="{9429B961-E28C-EBB1-66B2-E0D8C08B808F}"/>
          </ac:spMkLst>
        </pc:spChg>
        <pc:spChg chg="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17" creationId="{7FC75ADF-890B-F705-5961-69FC7CD16C6C}"/>
          </ac:spMkLst>
        </pc:spChg>
        <pc:spChg chg="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18" creationId="{CC333A6A-B167-3306-64F5-07AD047CC8E0}"/>
          </ac:spMkLst>
        </pc:spChg>
        <pc:spChg chg="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22" creationId="{318C30A6-D75C-2EBC-364D-172EE868E40A}"/>
          </ac:spMkLst>
        </pc:spChg>
        <pc:spChg chg="mod">
          <ac:chgData name="Yara Zalat" userId="ccc0323e59cb819f" providerId="LiveId" clId="{6618D68A-4DA5-402C-8903-C93337F81BB6}" dt="2026-05-09T04:25:55.795" v="238"/>
          <ac:spMkLst>
            <pc:docMk/>
            <pc:sldMk cId="0" sldId="259"/>
            <ac:spMk id="23" creationId="{21920C9C-B54C-0768-5064-B504F4A3A4FD}"/>
          </ac:spMkLst>
        </pc:spChg>
        <pc:spChg chg="add mod">
          <ac:chgData name="Yara Zalat" userId="ccc0323e59cb819f" providerId="LiveId" clId="{6618D68A-4DA5-402C-8903-C93337F81BB6}" dt="2026-05-09T04:32:41.851" v="338" actId="14100"/>
          <ac:spMkLst>
            <pc:docMk/>
            <pc:sldMk cId="0" sldId="259"/>
            <ac:spMk id="32" creationId="{18BA44E3-B9C1-87E8-B9BA-ABD046001F9D}"/>
          </ac:spMkLst>
        </pc:spChg>
        <pc:spChg chg="del mod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34" creationId="{A50C6A67-55BF-8D4F-D7A1-53CFB8D42439}"/>
          </ac:spMkLst>
        </pc:spChg>
        <pc:spChg chg="add mod">
          <ac:chgData name="Yara Zalat" userId="ccc0323e59cb819f" providerId="LiveId" clId="{6618D68A-4DA5-402C-8903-C93337F81BB6}" dt="2026-05-09T04:35:20.193" v="422" actId="14100"/>
          <ac:spMkLst>
            <pc:docMk/>
            <pc:sldMk cId="0" sldId="259"/>
            <ac:spMk id="37" creationId="{FCAFDA91-9B6F-14A6-6AE3-6CB7F5B1084F}"/>
          </ac:spMkLst>
        </pc:spChg>
        <pc:spChg chg="mod">
          <ac:chgData name="Yara Zalat" userId="ccc0323e59cb819f" providerId="LiveId" clId="{6618D68A-4DA5-402C-8903-C93337F81BB6}" dt="2026-05-09T04:35:24.971" v="423" actId="1076"/>
          <ac:spMkLst>
            <pc:docMk/>
            <pc:sldMk cId="0" sldId="259"/>
            <ac:spMk id="38" creationId="{F452C821-E5D8-674E-4642-89DE6C976C83}"/>
          </ac:spMkLst>
        </pc:spChg>
        <pc:spChg chg="mod">
          <ac:chgData name="Yara Zalat" userId="ccc0323e59cb819f" providerId="LiveId" clId="{6618D68A-4DA5-402C-8903-C93337F81BB6}" dt="2026-05-09T04:26:16.991" v="239"/>
          <ac:spMkLst>
            <pc:docMk/>
            <pc:sldMk cId="0" sldId="259"/>
            <ac:spMk id="42" creationId="{82A03BCC-AE71-9B6C-7AD5-F901393126A4}"/>
          </ac:spMkLst>
        </pc:spChg>
        <pc:spChg chg="mod">
          <ac:chgData name="Yara Zalat" userId="ccc0323e59cb819f" providerId="LiveId" clId="{6618D68A-4DA5-402C-8903-C93337F81BB6}" dt="2026-05-09T04:26:16.991" v="239"/>
          <ac:spMkLst>
            <pc:docMk/>
            <pc:sldMk cId="0" sldId="259"/>
            <ac:spMk id="45" creationId="{C2A7956F-0B6F-4956-BE26-B0E20996A47C}"/>
          </ac:spMkLst>
        </pc:spChg>
        <pc:spChg chg="mod">
          <ac:chgData name="Yara Zalat" userId="ccc0323e59cb819f" providerId="LiveId" clId="{6618D68A-4DA5-402C-8903-C93337F81BB6}" dt="2026-05-09T04:26:16.991" v="239"/>
          <ac:spMkLst>
            <pc:docMk/>
            <pc:sldMk cId="0" sldId="259"/>
            <ac:spMk id="52" creationId="{2E83E6C5-D102-5C8D-F227-6EE3857962BB}"/>
          </ac:spMkLst>
        </pc:spChg>
        <pc:spChg chg="mod">
          <ac:chgData name="Yara Zalat" userId="ccc0323e59cb819f" providerId="LiveId" clId="{6618D68A-4DA5-402C-8903-C93337F81BB6}" dt="2026-05-09T04:26:16.991" v="239"/>
          <ac:spMkLst>
            <pc:docMk/>
            <pc:sldMk cId="0" sldId="259"/>
            <ac:spMk id="55" creationId="{D4587C7F-9B35-EB00-20D0-E119A8CF96F2}"/>
          </ac:spMkLst>
        </pc:spChg>
        <pc:spChg chg="mod">
          <ac:chgData name="Yara Zalat" userId="ccc0323e59cb819f" providerId="LiveId" clId="{6618D68A-4DA5-402C-8903-C93337F81BB6}" dt="2026-05-09T04:26:16.991" v="239"/>
          <ac:spMkLst>
            <pc:docMk/>
            <pc:sldMk cId="0" sldId="259"/>
            <ac:spMk id="60" creationId="{1E825255-E6F6-4B72-3FAA-AC7F1B5FE4F3}"/>
          </ac:spMkLst>
        </pc:spChg>
        <pc:spChg chg="mod">
          <ac:chgData name="Yara Zalat" userId="ccc0323e59cb819f" providerId="LiveId" clId="{6618D68A-4DA5-402C-8903-C93337F81BB6}" dt="2026-05-09T04:33:27.219" v="374" actId="1076"/>
          <ac:spMkLst>
            <pc:docMk/>
            <pc:sldMk cId="0" sldId="259"/>
            <ac:spMk id="61" creationId="{E1DDAE37-59F7-1A53-DAFF-F511FB68DABE}"/>
          </ac:spMkLst>
        </pc:spChg>
        <pc:spChg chg="add del mod">
          <ac:chgData name="Yara Zalat" userId="ccc0323e59cb819f" providerId="LiveId" clId="{6618D68A-4DA5-402C-8903-C93337F81BB6}" dt="2026-05-09T04:33:18.923" v="371" actId="478"/>
          <ac:spMkLst>
            <pc:docMk/>
            <pc:sldMk cId="0" sldId="259"/>
            <ac:spMk id="62" creationId="{B0D4A0FD-E506-95B0-01EE-004B04536FB2}"/>
          </ac:spMkLst>
        </pc:spChg>
        <pc:spChg chg="mod">
          <ac:chgData name="Yara Zalat" userId="ccc0323e59cb819f" providerId="LiveId" clId="{6618D68A-4DA5-402C-8903-C93337F81BB6}" dt="2026-05-09T04:33:56.316" v="395" actId="1076"/>
          <ac:spMkLst>
            <pc:docMk/>
            <pc:sldMk cId="0" sldId="259"/>
            <ac:spMk id="194" creationId="{2E359D02-9599-CD96-D017-AA4A370144BD}"/>
          </ac:spMkLst>
        </pc:spChg>
        <pc:spChg chg="del">
          <ac:chgData name="Yara Zalat" userId="ccc0323e59cb819f" providerId="LiveId" clId="{6618D68A-4DA5-402C-8903-C93337F81BB6}" dt="2026-05-09T04:33:33.653" v="375" actId="478"/>
          <ac:spMkLst>
            <pc:docMk/>
            <pc:sldMk cId="0" sldId="259"/>
            <ac:spMk id="195" creationId="{F83FCA8E-D27B-D9F7-C871-B9A85BDCB82E}"/>
          </ac:spMkLst>
        </pc:spChg>
        <pc:spChg chg="mod">
          <ac:chgData name="Yara Zalat" userId="ccc0323e59cb819f" providerId="LiveId" clId="{6618D68A-4DA5-402C-8903-C93337F81BB6}" dt="2026-05-09T04:35:31.320" v="424" actId="1076"/>
          <ac:spMkLst>
            <pc:docMk/>
            <pc:sldMk cId="0" sldId="259"/>
            <ac:spMk id="198" creationId="{75729B2B-703E-36E8-D7AB-A27700E08D14}"/>
          </ac:spMkLst>
        </pc:spChg>
        <pc:spChg chg="mod">
          <ac:chgData name="Yara Zalat" userId="ccc0323e59cb819f" providerId="LiveId" clId="{6618D68A-4DA5-402C-8903-C93337F81BB6}" dt="2026-05-09T04:34:22.169" v="411" actId="14100"/>
          <ac:spMkLst>
            <pc:docMk/>
            <pc:sldMk cId="0" sldId="259"/>
            <ac:spMk id="199" creationId="{AD0F7E15-E2CC-32E8-B44D-5ADFD24A0E5E}"/>
          </ac:spMkLst>
        </pc:spChg>
        <pc:spChg chg="del mod">
          <ac:chgData name="Yara Zalat" userId="ccc0323e59cb819f" providerId="LiveId" clId="{6618D68A-4DA5-402C-8903-C93337F81BB6}" dt="2026-05-09T04:34:02.931" v="396" actId="478"/>
          <ac:spMkLst>
            <pc:docMk/>
            <pc:sldMk cId="0" sldId="259"/>
            <ac:spMk id="200" creationId="{81560EBC-6750-0832-107F-2F3B0E2641EB}"/>
          </ac:spMkLst>
        </pc:spChg>
        <pc:spChg chg="add mod">
          <ac:chgData name="Yara Zalat" userId="ccc0323e59cb819f" providerId="LiveId" clId="{6618D68A-4DA5-402C-8903-C93337F81BB6}" dt="2026-05-09T04:27:16.624" v="246" actId="1076"/>
          <ac:spMkLst>
            <pc:docMk/>
            <pc:sldMk cId="0" sldId="259"/>
            <ac:spMk id="207" creationId="{DE34EDE0-2724-B702-093C-DD23F0F38049}"/>
          </ac:spMkLst>
        </pc:spChg>
        <pc:spChg chg="mod">
          <ac:chgData name="Yara Zalat" userId="ccc0323e59cb819f" providerId="LiveId" clId="{6618D68A-4DA5-402C-8903-C93337F81BB6}" dt="2026-05-09T04:23:52.222" v="237" actId="20577"/>
          <ac:spMkLst>
            <pc:docMk/>
            <pc:sldMk cId="0" sldId="259"/>
            <ac:spMk id="252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5.921" v="215" actId="478"/>
          <ac:spMkLst>
            <pc:docMk/>
            <pc:sldMk cId="0" sldId="259"/>
            <ac:spMk id="253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254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255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256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257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275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276" creationId="{00000000-0000-0000-0000-000000000000}"/>
          </ac:spMkLst>
        </pc:spChg>
        <pc:spChg chg="del">
          <ac:chgData name="Yara Zalat" userId="ccc0323e59cb819f" providerId="LiveId" clId="{6618D68A-4DA5-402C-8903-C93337F81BB6}" dt="2026-05-09T04:22:01.903" v="214" actId="478"/>
          <ac:spMkLst>
            <pc:docMk/>
            <pc:sldMk cId="0" sldId="259"/>
            <ac:spMk id="282" creationId="{00000000-0000-0000-0000-000000000000}"/>
          </ac:spMkLst>
        </pc:spChg>
        <pc:grpChg chg="del">
          <ac:chgData name="Yara Zalat" userId="ccc0323e59cb819f" providerId="LiveId" clId="{6618D68A-4DA5-402C-8903-C93337F81BB6}" dt="2026-05-09T04:35:01.622" v="420" actId="478"/>
          <ac:grpSpMkLst>
            <pc:docMk/>
            <pc:sldMk cId="0" sldId="259"/>
            <ac:grpSpMk id="39" creationId="{0A50ADEE-5585-3925-BB95-39BA60BD8D8C}"/>
          </ac:grpSpMkLst>
        </pc:grpChg>
        <pc:grpChg chg="del">
          <ac:chgData name="Yara Zalat" userId="ccc0323e59cb819f" providerId="LiveId" clId="{6618D68A-4DA5-402C-8903-C93337F81BB6}" dt="2026-05-09T04:34:47.525" v="416" actId="478"/>
          <ac:grpSpMkLst>
            <pc:docMk/>
            <pc:sldMk cId="0" sldId="259"/>
            <ac:grpSpMk id="46" creationId="{EB215E16-1DB3-EFB9-7A59-61D7A9AFACDB}"/>
          </ac:grpSpMkLst>
        </pc:grpChg>
        <pc:grpChg chg="del">
          <ac:chgData name="Yara Zalat" userId="ccc0323e59cb819f" providerId="LiveId" clId="{6618D68A-4DA5-402C-8903-C93337F81BB6}" dt="2026-05-09T04:34:43.019" v="415" actId="478"/>
          <ac:grpSpMkLst>
            <pc:docMk/>
            <pc:sldMk cId="0" sldId="259"/>
            <ac:grpSpMk id="51" creationId="{29129E8C-F2A7-10A7-A989-7B73B307E94B}"/>
          </ac:grpSpMkLst>
        </pc:grpChg>
        <pc:grpChg chg="mod">
          <ac:chgData name="Yara Zalat" userId="ccc0323e59cb819f" providerId="LiveId" clId="{6618D68A-4DA5-402C-8903-C93337F81BB6}" dt="2026-05-09T04:33:22.913" v="373" actId="1076"/>
          <ac:grpSpMkLst>
            <pc:docMk/>
            <pc:sldMk cId="0" sldId="259"/>
            <ac:grpSpMk id="58" creationId="{6D4E890A-DB20-AAA8-E9AA-B27BF6E988E0}"/>
          </ac:grpSpMkLst>
        </pc:grpChg>
        <pc:grpChg chg="add del">
          <ac:chgData name="Yara Zalat" userId="ccc0323e59cb819f" providerId="LiveId" clId="{6618D68A-4DA5-402C-8903-C93337F81BB6}" dt="2026-05-09T04:33:18.923" v="371" actId="478"/>
          <ac:grpSpMkLst>
            <pc:docMk/>
            <pc:sldMk cId="0" sldId="259"/>
            <ac:grpSpMk id="59" creationId="{3CF1B2A0-67CC-A9C7-C060-0097D9252A92}"/>
          </ac:grpSpMkLst>
        </pc:grpChg>
        <pc:grpChg chg="del">
          <ac:chgData name="Yara Zalat" userId="ccc0323e59cb819f" providerId="LiveId" clId="{6618D68A-4DA5-402C-8903-C93337F81BB6}" dt="2026-05-09T04:33:33.653" v="375" actId="478"/>
          <ac:grpSpMkLst>
            <pc:docMk/>
            <pc:sldMk cId="0" sldId="259"/>
            <ac:grpSpMk id="192" creationId="{DB03A5BE-3D27-9F04-3F38-48C534EC24F2}"/>
          </ac:grpSpMkLst>
        </pc:grpChg>
        <pc:grpChg chg="del">
          <ac:chgData name="Yara Zalat" userId="ccc0323e59cb819f" providerId="LiveId" clId="{6618D68A-4DA5-402C-8903-C93337F81BB6}" dt="2026-05-09T04:34:02.931" v="396" actId="478"/>
          <ac:grpSpMkLst>
            <pc:docMk/>
            <pc:sldMk cId="0" sldId="259"/>
            <ac:grpSpMk id="197" creationId="{0CFCE86C-3778-0FCB-D0A2-B89E316C93A3}"/>
          </ac:grpSpMkLst>
        </pc:grpChg>
        <pc:grpChg chg="del">
          <ac:chgData name="Yara Zalat" userId="ccc0323e59cb819f" providerId="LiveId" clId="{6618D68A-4DA5-402C-8903-C93337F81BB6}" dt="2026-05-09T04:22:01.903" v="214" actId="478"/>
          <ac:grpSpMkLst>
            <pc:docMk/>
            <pc:sldMk cId="0" sldId="259"/>
            <ac:grpSpMk id="262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4:22:05.921" v="215" actId="478"/>
          <ac:grpSpMkLst>
            <pc:docMk/>
            <pc:sldMk cId="0" sldId="259"/>
            <ac:grpSpMk id="277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4:22:08.787" v="216" actId="478"/>
          <ac:grpSpMkLst>
            <pc:docMk/>
            <pc:sldMk cId="0" sldId="259"/>
            <ac:grpSpMk id="283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4:22:01.903" v="214" actId="478"/>
          <ac:grpSpMkLst>
            <pc:docMk/>
            <pc:sldMk cId="0" sldId="259"/>
            <ac:grpSpMk id="286" creationId="{00000000-0000-0000-0000-000000000000}"/>
          </ac:grpSpMkLst>
        </pc:grpChg>
        <pc:cxnChg chg="mod">
          <ac:chgData name="Yara Zalat" userId="ccc0323e59cb819f" providerId="LiveId" clId="{6618D68A-4DA5-402C-8903-C93337F81BB6}" dt="2026-05-09T04:33:22.913" v="373" actId="1076"/>
          <ac:cxnSpMkLst>
            <pc:docMk/>
            <pc:sldMk cId="0" sldId="259"/>
            <ac:cxnSpMk id="201" creationId="{8F40E71B-7AE4-F9BE-9721-981158717710}"/>
          </ac:cxnSpMkLst>
        </pc:cxnChg>
        <pc:cxnChg chg="mod">
          <ac:chgData name="Yara Zalat" userId="ccc0323e59cb819f" providerId="LiveId" clId="{6618D68A-4DA5-402C-8903-C93337F81BB6}" dt="2026-05-09T04:35:31.320" v="424" actId="1076"/>
          <ac:cxnSpMkLst>
            <pc:docMk/>
            <pc:sldMk cId="0" sldId="259"/>
            <ac:cxnSpMk id="202" creationId="{BF5A67A3-5F52-5A68-B522-AC99A4B78BA1}"/>
          </ac:cxnSpMkLst>
        </pc:cxnChg>
        <pc:cxnChg chg="mod">
          <ac:chgData name="Yara Zalat" userId="ccc0323e59cb819f" providerId="LiveId" clId="{6618D68A-4DA5-402C-8903-C93337F81BB6}" dt="2026-05-09T04:33:22.913" v="373" actId="1076"/>
          <ac:cxnSpMkLst>
            <pc:docMk/>
            <pc:sldMk cId="0" sldId="259"/>
            <ac:cxnSpMk id="203" creationId="{14A890C0-2351-0A17-3808-8C2AF08A9A42}"/>
          </ac:cxnSpMkLst>
        </pc:cxnChg>
        <pc:cxnChg chg="del mod">
          <ac:chgData name="Yara Zalat" userId="ccc0323e59cb819f" providerId="LiveId" clId="{6618D68A-4DA5-402C-8903-C93337F81BB6}" dt="2026-05-09T04:34:43.019" v="415" actId="478"/>
          <ac:cxnSpMkLst>
            <pc:docMk/>
            <pc:sldMk cId="0" sldId="259"/>
            <ac:cxnSpMk id="205" creationId="{C4620C85-D2D1-84F7-C6B6-BD23D7DF9382}"/>
          </ac:cxnSpMkLst>
        </pc:cxnChg>
        <pc:cxnChg chg="add mod">
          <ac:chgData name="Yara Zalat" userId="ccc0323e59cb819f" providerId="LiveId" clId="{6618D68A-4DA5-402C-8903-C93337F81BB6}" dt="2026-05-09T04:35:31.320" v="424" actId="1076"/>
          <ac:cxnSpMkLst>
            <pc:docMk/>
            <pc:sldMk cId="0" sldId="259"/>
            <ac:cxnSpMk id="208" creationId="{472CAEE7-862C-3507-33AA-9F603A950AF1}"/>
          </ac:cxnSpMkLst>
        </pc:cxnChg>
      </pc:sldChg>
      <pc:sldChg chg="addSp delSp modSp mod ord">
        <pc:chgData name="Yara Zalat" userId="ccc0323e59cb819f" providerId="LiveId" clId="{6618D68A-4DA5-402C-8903-C93337F81BB6}" dt="2026-05-09T05:01:13.974" v="781" actId="20577"/>
        <pc:sldMkLst>
          <pc:docMk/>
          <pc:sldMk cId="0" sldId="260"/>
        </pc:sldMkLst>
        <pc:spChg chg="mod">
          <ac:chgData name="Yara Zalat" userId="ccc0323e59cb819f" providerId="LiveId" clId="{6618D68A-4DA5-402C-8903-C93337F81BB6}" dt="2026-05-09T04:19:36.840" v="191" actId="164"/>
          <ac:spMkLst>
            <pc:docMk/>
            <pc:sldMk cId="0" sldId="260"/>
            <ac:spMk id="4" creationId="{128797CD-09F3-E389-8AFB-887BD73F7615}"/>
          </ac:spMkLst>
        </pc:spChg>
        <pc:spChg chg="mod">
          <ac:chgData name="Yara Zalat" userId="ccc0323e59cb819f" providerId="LiveId" clId="{6618D68A-4DA5-402C-8903-C93337F81BB6}" dt="2026-05-09T04:19:36.840" v="191" actId="164"/>
          <ac:spMkLst>
            <pc:docMk/>
            <pc:sldMk cId="0" sldId="260"/>
            <ac:spMk id="5" creationId="{C34AA8E0-BC54-253E-F916-1D66C2CAC646}"/>
          </ac:spMkLst>
        </pc:spChg>
        <pc:spChg chg="add mod">
          <ac:chgData name="Yara Zalat" userId="ccc0323e59cb819f" providerId="LiveId" clId="{6618D68A-4DA5-402C-8903-C93337F81BB6}" dt="2026-05-09T04:19:36.840" v="191" actId="164"/>
          <ac:spMkLst>
            <pc:docMk/>
            <pc:sldMk cId="0" sldId="260"/>
            <ac:spMk id="6" creationId="{A06F20AB-2B7C-D7D6-DE1F-F93FA6F12C32}"/>
          </ac:spMkLst>
        </pc:spChg>
        <pc:spChg chg="add mod">
          <ac:chgData name="Yara Zalat" userId="ccc0323e59cb819f" providerId="LiveId" clId="{6618D68A-4DA5-402C-8903-C93337F81BB6}" dt="2026-05-09T04:19:36.840" v="191" actId="164"/>
          <ac:spMkLst>
            <pc:docMk/>
            <pc:sldMk cId="0" sldId="260"/>
            <ac:spMk id="7" creationId="{B2BB92F3-9A42-F90B-369E-1A3CE227C9DF}"/>
          </ac:spMkLst>
        </pc:spChg>
        <pc:spChg chg="mod">
          <ac:chgData name="Yara Zalat" userId="ccc0323e59cb819f" providerId="LiveId" clId="{6618D68A-4DA5-402C-8903-C93337F81BB6}" dt="2026-05-09T04:09:17.490" v="19"/>
          <ac:spMkLst>
            <pc:docMk/>
            <pc:sldMk cId="0" sldId="260"/>
            <ac:spMk id="13" creationId="{A882A484-1529-B0E6-A4E9-FF3C6AE131FF}"/>
          </ac:spMkLst>
        </pc:spChg>
        <pc:spChg chg="mod">
          <ac:chgData name="Yara Zalat" userId="ccc0323e59cb819f" providerId="LiveId" clId="{6618D68A-4DA5-402C-8903-C93337F81BB6}" dt="2026-05-09T04:09:17.490" v="19"/>
          <ac:spMkLst>
            <pc:docMk/>
            <pc:sldMk cId="0" sldId="260"/>
            <ac:spMk id="14" creationId="{B1D29F5B-44CD-D632-598C-C5B008816ECE}"/>
          </ac:spMkLst>
        </pc:spChg>
        <pc:spChg chg="mod">
          <ac:chgData name="Yara Zalat" userId="ccc0323e59cb819f" providerId="LiveId" clId="{6618D68A-4DA5-402C-8903-C93337F81BB6}" dt="2026-05-09T04:09:17.490" v="19"/>
          <ac:spMkLst>
            <pc:docMk/>
            <pc:sldMk cId="0" sldId="260"/>
            <ac:spMk id="17" creationId="{9CC83E33-62EE-3744-E2CA-650D996E5B41}"/>
          </ac:spMkLst>
        </pc:spChg>
        <pc:spChg chg="del mod topLvl">
          <ac:chgData name="Yara Zalat" userId="ccc0323e59cb819f" providerId="LiveId" clId="{6618D68A-4DA5-402C-8903-C93337F81BB6}" dt="2026-05-09T04:13:01.195" v="95" actId="478"/>
          <ac:spMkLst>
            <pc:docMk/>
            <pc:sldMk cId="0" sldId="260"/>
            <ac:spMk id="23" creationId="{858B03F9-C29D-F87D-0C8D-1C635D480337}"/>
          </ac:spMkLst>
        </pc:spChg>
        <pc:spChg chg="del topLvl">
          <ac:chgData name="Yara Zalat" userId="ccc0323e59cb819f" providerId="LiveId" clId="{6618D68A-4DA5-402C-8903-C93337F81BB6}" dt="2026-05-09T04:13:03.560" v="96" actId="478"/>
          <ac:spMkLst>
            <pc:docMk/>
            <pc:sldMk cId="0" sldId="260"/>
            <ac:spMk id="24" creationId="{CDACAA65-A5D9-5B4C-B21A-6BC427A95673}"/>
          </ac:spMkLst>
        </pc:spChg>
        <pc:spChg chg="del mod">
          <ac:chgData name="Yara Zalat" userId="ccc0323e59cb819f" providerId="LiveId" clId="{6618D68A-4DA5-402C-8903-C93337F81BB6}" dt="2026-05-09T04:10:05.527" v="28" actId="478"/>
          <ac:spMkLst>
            <pc:docMk/>
            <pc:sldMk cId="0" sldId="260"/>
            <ac:spMk id="25" creationId="{CC1D2997-416D-2E50-4EA1-BCF77B06AB9E}"/>
          </ac:spMkLst>
        </pc:spChg>
        <pc:spChg chg="add del mod">
          <ac:chgData name="Yara Zalat" userId="ccc0323e59cb819f" providerId="LiveId" clId="{6618D68A-4DA5-402C-8903-C93337F81BB6}" dt="2026-05-09T04:11:28.615" v="55" actId="478"/>
          <ac:spMkLst>
            <pc:docMk/>
            <pc:sldMk cId="0" sldId="260"/>
            <ac:spMk id="26" creationId="{EDD963EF-42DA-C585-1631-6D99AB07DF6A}"/>
          </ac:spMkLst>
        </pc:spChg>
        <pc:spChg chg="add del mod topLvl">
          <ac:chgData name="Yara Zalat" userId="ccc0323e59cb819f" providerId="LiveId" clId="{6618D68A-4DA5-402C-8903-C93337F81BB6}" dt="2026-05-09T04:16:09.936" v="152" actId="478"/>
          <ac:spMkLst>
            <pc:docMk/>
            <pc:sldMk cId="0" sldId="260"/>
            <ac:spMk id="28" creationId="{FCB3BFD5-EE0B-171B-44BE-6CE17BA6FC10}"/>
          </ac:spMkLst>
        </pc:spChg>
        <pc:spChg chg="del mod topLvl">
          <ac:chgData name="Yara Zalat" userId="ccc0323e59cb819f" providerId="LiveId" clId="{6618D68A-4DA5-402C-8903-C93337F81BB6}" dt="2026-05-09T04:13:51.077" v="120" actId="478"/>
          <ac:spMkLst>
            <pc:docMk/>
            <pc:sldMk cId="0" sldId="260"/>
            <ac:spMk id="29" creationId="{7438BD49-1C31-CDF2-A50A-D65D33439A2D}"/>
          </ac:spMkLst>
        </pc:spChg>
        <pc:spChg chg="del">
          <ac:chgData name="Yara Zalat" userId="ccc0323e59cb819f" providerId="LiveId" clId="{6618D68A-4DA5-402C-8903-C93337F81BB6}" dt="2026-05-09T04:13:54.779" v="121" actId="478"/>
          <ac:spMkLst>
            <pc:docMk/>
            <pc:sldMk cId="0" sldId="260"/>
            <ac:spMk id="30" creationId="{6BAC8C0A-4870-8D58-5A64-42AD21835F54}"/>
          </ac:spMkLst>
        </pc:spChg>
        <pc:spChg chg="mod topLvl">
          <ac:chgData name="Yara Zalat" userId="ccc0323e59cb819f" providerId="LiveId" clId="{6618D68A-4DA5-402C-8903-C93337F81BB6}" dt="2026-05-09T04:19:36.840" v="191" actId="164"/>
          <ac:spMkLst>
            <pc:docMk/>
            <pc:sldMk cId="0" sldId="260"/>
            <ac:spMk id="32" creationId="{FE9B2CDA-C818-1A5B-59D1-9CD7EA41D037}"/>
          </ac:spMkLst>
        </pc:spChg>
        <pc:spChg chg="del mod topLvl">
          <ac:chgData name="Yara Zalat" userId="ccc0323e59cb819f" providerId="LiveId" clId="{6618D68A-4DA5-402C-8903-C93337F81BB6}" dt="2026-05-09T04:15:01.162" v="132" actId="478"/>
          <ac:spMkLst>
            <pc:docMk/>
            <pc:sldMk cId="0" sldId="260"/>
            <ac:spMk id="33" creationId="{EBF0BA94-076A-3CA9-67F0-BE4E88AAD445}"/>
          </ac:spMkLst>
        </pc:spChg>
        <pc:spChg chg="add mod">
          <ac:chgData name="Yara Zalat" userId="ccc0323e59cb819f" providerId="LiveId" clId="{6618D68A-4DA5-402C-8903-C93337F81BB6}" dt="2026-05-09T04:12:29.302" v="76" actId="571"/>
          <ac:spMkLst>
            <pc:docMk/>
            <pc:sldMk cId="0" sldId="260"/>
            <ac:spMk id="59" creationId="{3B4995BF-81C0-E818-3379-58AADCC8E116}"/>
          </ac:spMkLst>
        </pc:spChg>
        <pc:spChg chg="add del mod">
          <ac:chgData name="Yara Zalat" userId="ccc0323e59cb819f" providerId="LiveId" clId="{6618D68A-4DA5-402C-8903-C93337F81BB6}" dt="2026-05-09T05:01:13.974" v="781" actId="20577"/>
          <ac:spMkLst>
            <pc:docMk/>
            <pc:sldMk cId="0" sldId="260"/>
            <ac:spMk id="273" creationId="{04BC1BE6-224C-DF74-7523-BC94F491B066}"/>
          </ac:spMkLst>
        </pc:spChg>
        <pc:spChg chg="add del mod">
          <ac:chgData name="Yara Zalat" userId="ccc0323e59cb819f" providerId="LiveId" clId="{6618D68A-4DA5-402C-8903-C93337F81BB6}" dt="2026-05-09T05:00:48.213" v="750" actId="20577"/>
          <ac:spMkLst>
            <pc:docMk/>
            <pc:sldMk cId="0" sldId="260"/>
            <ac:spMk id="274" creationId="{04935363-2018-A942-E62C-4173136337C7}"/>
          </ac:spMkLst>
        </pc:spChg>
        <pc:spChg chg="add del mod">
          <ac:chgData name="Yara Zalat" userId="ccc0323e59cb819f" providerId="LiveId" clId="{6618D68A-4DA5-402C-8903-C93337F81BB6}" dt="2026-05-09T05:00:31.649" v="737" actId="20577"/>
          <ac:spMkLst>
            <pc:docMk/>
            <pc:sldMk cId="0" sldId="260"/>
            <ac:spMk id="275" creationId="{21445C65-2CB9-38CA-9EF9-826AB7D44415}"/>
          </ac:spMkLst>
        </pc:spChg>
        <pc:spChg chg="add del mod">
          <ac:chgData name="Yara Zalat" userId="ccc0323e59cb819f" providerId="LiveId" clId="{6618D68A-4DA5-402C-8903-C93337F81BB6}" dt="2026-05-09T05:00:21.074" v="725" actId="20577"/>
          <ac:spMkLst>
            <pc:docMk/>
            <pc:sldMk cId="0" sldId="260"/>
            <ac:spMk id="276" creationId="{4F052EEF-7C82-DFB4-449D-A546BB6EAF43}"/>
          </ac:spMkLst>
        </pc:spChg>
        <pc:spChg chg="add del mod">
          <ac:chgData name="Yara Zalat" userId="ccc0323e59cb819f" providerId="LiveId" clId="{6618D68A-4DA5-402C-8903-C93337F81BB6}" dt="2026-05-09T04:15:35.741" v="140" actId="478"/>
          <ac:spMkLst>
            <pc:docMk/>
            <pc:sldMk cId="0" sldId="260"/>
            <ac:spMk id="277" creationId="{4DB6DC43-E199-A6BC-8FA6-65C115EC826D}"/>
          </ac:spMkLst>
        </pc:spChg>
        <pc:spChg chg="mod">
          <ac:chgData name="Yara Zalat" userId="ccc0323e59cb819f" providerId="LiveId" clId="{6618D68A-4DA5-402C-8903-C93337F81BB6}" dt="2026-05-09T04:08:37.674" v="12" actId="20577"/>
          <ac:spMkLst>
            <pc:docMk/>
            <pc:sldMk cId="0" sldId="260"/>
            <ac:spMk id="300" creationId="{00000000-0000-0000-0000-000000000000}"/>
          </ac:spMkLst>
        </pc:spChg>
        <pc:spChg chg="del">
          <ac:chgData name="Yara Zalat" userId="ccc0323e59cb819f" providerId="LiveId" clId="{6618D68A-4DA5-402C-8903-C93337F81BB6}" dt="2026-05-09T04:07:48.147" v="2" actId="478"/>
          <ac:spMkLst>
            <pc:docMk/>
            <pc:sldMk cId="0" sldId="260"/>
            <ac:spMk id="302" creationId="{00000000-0000-0000-0000-000000000000}"/>
          </ac:spMkLst>
        </pc:spChg>
        <pc:spChg chg="del">
          <ac:chgData name="Yara Zalat" userId="ccc0323e59cb819f" providerId="LiveId" clId="{6618D68A-4DA5-402C-8903-C93337F81BB6}" dt="2026-05-09T04:07:48.147" v="2" actId="478"/>
          <ac:spMkLst>
            <pc:docMk/>
            <pc:sldMk cId="0" sldId="260"/>
            <ac:spMk id="303" creationId="{00000000-0000-0000-0000-000000000000}"/>
          </ac:spMkLst>
        </pc:spChg>
        <pc:spChg chg="del">
          <ac:chgData name="Yara Zalat" userId="ccc0323e59cb819f" providerId="LiveId" clId="{6618D68A-4DA5-402C-8903-C93337F81BB6}" dt="2026-05-09T04:07:48.147" v="2" actId="478"/>
          <ac:spMkLst>
            <pc:docMk/>
            <pc:sldMk cId="0" sldId="260"/>
            <ac:spMk id="308" creationId="{00000000-0000-0000-0000-000000000000}"/>
          </ac:spMkLst>
        </pc:spChg>
        <pc:spChg chg="del topLvl">
          <ac:chgData name="Yara Zalat" userId="ccc0323e59cb819f" providerId="LiveId" clId="{6618D68A-4DA5-402C-8903-C93337F81BB6}" dt="2026-05-09T04:08:03.194" v="5" actId="478"/>
          <ac:spMkLst>
            <pc:docMk/>
            <pc:sldMk cId="0" sldId="260"/>
            <ac:spMk id="323" creationId="{00000000-0000-0000-0000-000000000000}"/>
          </ac:spMkLst>
        </pc:spChg>
        <pc:spChg chg="del mod topLvl">
          <ac:chgData name="Yara Zalat" userId="ccc0323e59cb819f" providerId="LiveId" clId="{6618D68A-4DA5-402C-8903-C93337F81BB6}" dt="2026-05-09T04:07:59.314" v="4" actId="478"/>
          <ac:spMkLst>
            <pc:docMk/>
            <pc:sldMk cId="0" sldId="260"/>
            <ac:spMk id="324" creationId="{00000000-0000-0000-0000-000000000000}"/>
          </ac:spMkLst>
        </pc:spChg>
        <pc:grpChg chg="del">
          <ac:chgData name="Yara Zalat" userId="ccc0323e59cb819f" providerId="LiveId" clId="{6618D68A-4DA5-402C-8903-C93337F81BB6}" dt="2026-05-09T04:12:34.005" v="77" actId="478"/>
          <ac:grpSpMkLst>
            <pc:docMk/>
            <pc:sldMk cId="0" sldId="260"/>
            <ac:grpSpMk id="12" creationId="{402EFC0D-0B5B-5D99-1748-B83E8B6C13C1}"/>
          </ac:grpSpMkLst>
        </pc:grpChg>
        <pc:grpChg chg="del">
          <ac:chgData name="Yara Zalat" userId="ccc0323e59cb819f" providerId="LiveId" clId="{6618D68A-4DA5-402C-8903-C93337F81BB6}" dt="2026-05-09T04:13:01.195" v="95" actId="478"/>
          <ac:grpSpMkLst>
            <pc:docMk/>
            <pc:sldMk cId="0" sldId="260"/>
            <ac:grpSpMk id="22" creationId="{19590848-9202-6DA2-84D6-C19A36D46750}"/>
          </ac:grpSpMkLst>
        </pc:grpChg>
        <pc:grpChg chg="del mod">
          <ac:chgData name="Yara Zalat" userId="ccc0323e59cb819f" providerId="LiveId" clId="{6618D68A-4DA5-402C-8903-C93337F81BB6}" dt="2026-05-09T04:13:51.077" v="120" actId="478"/>
          <ac:grpSpMkLst>
            <pc:docMk/>
            <pc:sldMk cId="0" sldId="260"/>
            <ac:grpSpMk id="27" creationId="{94C11DD1-D66F-5772-20A0-E3EA27367A4D}"/>
          </ac:grpSpMkLst>
        </pc:grpChg>
        <pc:grpChg chg="del">
          <ac:chgData name="Yara Zalat" userId="ccc0323e59cb819f" providerId="LiveId" clId="{6618D68A-4DA5-402C-8903-C93337F81BB6}" dt="2026-05-09T04:15:01.162" v="132" actId="478"/>
          <ac:grpSpMkLst>
            <pc:docMk/>
            <pc:sldMk cId="0" sldId="260"/>
            <ac:grpSpMk id="31" creationId="{C807946C-5774-EEB3-DDE8-50D0164C314D}"/>
          </ac:grpSpMkLst>
        </pc:grpChg>
        <pc:grpChg chg="del">
          <ac:chgData name="Yara Zalat" userId="ccc0323e59cb819f" providerId="LiveId" clId="{6618D68A-4DA5-402C-8903-C93337F81BB6}" dt="2026-05-09T04:07:48.147" v="2" actId="478"/>
          <ac:grpSpMkLst>
            <pc:docMk/>
            <pc:sldMk cId="0" sldId="260"/>
            <ac:grpSpMk id="309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4:07:48.147" v="2" actId="478"/>
          <ac:grpSpMkLst>
            <pc:docMk/>
            <pc:sldMk cId="0" sldId="260"/>
            <ac:grpSpMk id="312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4:07:48.147" v="2" actId="478"/>
          <ac:grpSpMkLst>
            <pc:docMk/>
            <pc:sldMk cId="0" sldId="260"/>
            <ac:grpSpMk id="315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4:07:48.147" v="2" actId="478"/>
          <ac:grpSpMkLst>
            <pc:docMk/>
            <pc:sldMk cId="0" sldId="260"/>
            <ac:grpSpMk id="319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4:07:59.314" v="4" actId="478"/>
          <ac:grpSpMkLst>
            <pc:docMk/>
            <pc:sldMk cId="0" sldId="260"/>
            <ac:grpSpMk id="322" creationId="{00000000-0000-0000-0000-000000000000}"/>
          </ac:grpSpMkLst>
        </pc:grpChg>
        <pc:grpChg chg="add mod">
          <ac:chgData name="Yara Zalat" userId="ccc0323e59cb819f" providerId="LiveId" clId="{6618D68A-4DA5-402C-8903-C93337F81BB6}" dt="2026-05-09T04:19:39.462" v="192" actId="1076"/>
          <ac:grpSpMkLst>
            <pc:docMk/>
            <pc:sldMk cId="0" sldId="260"/>
            <ac:grpSpMk id="343" creationId="{64D4FD8D-D5E6-ABF9-8AD2-75A770F8F735}"/>
          </ac:grpSpMkLst>
        </pc:grpChg>
        <pc:picChg chg="add del mod">
          <ac:chgData name="Yara Zalat" userId="ccc0323e59cb819f" providerId="LiveId" clId="{6618D68A-4DA5-402C-8903-C93337F81BB6}" dt="2026-05-09T04:08:23.174" v="9" actId="22"/>
          <ac:picMkLst>
            <pc:docMk/>
            <pc:sldMk cId="0" sldId="260"/>
            <ac:picMk id="3" creationId="{E103A1FE-5CF6-69B9-EFF9-7AE019022EC0}"/>
          </ac:picMkLst>
        </pc:picChg>
        <pc:cxnChg chg="del mod">
          <ac:chgData name="Yara Zalat" userId="ccc0323e59cb819f" providerId="LiveId" clId="{6618D68A-4DA5-402C-8903-C93337F81BB6}" dt="2026-05-09T04:09:25.380" v="20" actId="478"/>
          <ac:cxnSpMkLst>
            <pc:docMk/>
            <pc:sldMk cId="0" sldId="260"/>
            <ac:cxnSpMk id="8" creationId="{7A2F75F7-224E-1CAA-EDFE-0D4DF7C2F5EF}"/>
          </ac:cxnSpMkLst>
        </pc:cxnChg>
        <pc:cxnChg chg="del mod">
          <ac:chgData name="Yara Zalat" userId="ccc0323e59cb819f" providerId="LiveId" clId="{6618D68A-4DA5-402C-8903-C93337F81BB6}" dt="2026-05-09T04:15:07.739" v="134" actId="478"/>
          <ac:cxnSpMkLst>
            <pc:docMk/>
            <pc:sldMk cId="0" sldId="260"/>
            <ac:cxnSpMk id="9" creationId="{F6E2AE30-F97B-86AA-FDD9-2DDA57D506E5}"/>
          </ac:cxnSpMkLst>
        </pc:cxnChg>
        <pc:cxnChg chg="del mod">
          <ac:chgData name="Yara Zalat" userId="ccc0323e59cb819f" providerId="LiveId" clId="{6618D68A-4DA5-402C-8903-C93337F81BB6}" dt="2026-05-09T04:09:28.121" v="21" actId="478"/>
          <ac:cxnSpMkLst>
            <pc:docMk/>
            <pc:sldMk cId="0" sldId="260"/>
            <ac:cxnSpMk id="10" creationId="{5B5D58CF-7DA9-1A10-78BD-C395ECE60D61}"/>
          </ac:cxnSpMkLst>
        </pc:cxnChg>
        <pc:cxnChg chg="del mod">
          <ac:chgData name="Yara Zalat" userId="ccc0323e59cb819f" providerId="LiveId" clId="{6618D68A-4DA5-402C-8903-C93337F81BB6}" dt="2026-05-09T04:15:09.665" v="135" actId="478"/>
          <ac:cxnSpMkLst>
            <pc:docMk/>
            <pc:sldMk cId="0" sldId="260"/>
            <ac:cxnSpMk id="11" creationId="{272C8E98-DE52-CF2C-1385-718992DFAE5E}"/>
          </ac:cxnSpMkLst>
        </pc:cxnChg>
        <pc:cxnChg chg="del mod">
          <ac:chgData name="Yara Zalat" userId="ccc0323e59cb819f" providerId="LiveId" clId="{6618D68A-4DA5-402C-8903-C93337F81BB6}" dt="2026-05-09T04:16:12.302" v="153" actId="478"/>
          <ac:cxnSpMkLst>
            <pc:docMk/>
            <pc:sldMk cId="0" sldId="260"/>
            <ac:cxnSpMk id="34" creationId="{658921A0-E772-A79E-D67B-B1154E220FC5}"/>
          </ac:cxnSpMkLst>
        </pc:cxnChg>
        <pc:cxnChg chg="del mod">
          <ac:chgData name="Yara Zalat" userId="ccc0323e59cb819f" providerId="LiveId" clId="{6618D68A-4DA5-402C-8903-C93337F81BB6}" dt="2026-05-09T04:17:28.035" v="168" actId="478"/>
          <ac:cxnSpMkLst>
            <pc:docMk/>
            <pc:sldMk cId="0" sldId="260"/>
            <ac:cxnSpMk id="35" creationId="{CE147870-5625-AD66-2EB6-2D1AC38F8E40}"/>
          </ac:cxnSpMkLst>
        </pc:cxnChg>
        <pc:cxnChg chg="del mod">
          <ac:chgData name="Yara Zalat" userId="ccc0323e59cb819f" providerId="LiveId" clId="{6618D68A-4DA5-402C-8903-C93337F81BB6}" dt="2026-05-09T04:12:34.005" v="77" actId="478"/>
          <ac:cxnSpMkLst>
            <pc:docMk/>
            <pc:sldMk cId="0" sldId="260"/>
            <ac:cxnSpMk id="36" creationId="{CACBDD86-CDBE-ED0B-30FB-9AE8B911ECA5}"/>
          </ac:cxnSpMkLst>
        </pc:cxnChg>
        <pc:cxnChg chg="del mod">
          <ac:chgData name="Yara Zalat" userId="ccc0323e59cb819f" providerId="LiveId" clId="{6618D68A-4DA5-402C-8903-C93337F81BB6}" dt="2026-05-09T04:13:57.205" v="122" actId="478"/>
          <ac:cxnSpMkLst>
            <pc:docMk/>
            <pc:sldMk cId="0" sldId="260"/>
            <ac:cxnSpMk id="37" creationId="{AB92964B-1E08-3D7F-A5C5-6FD6E2BBFD7E}"/>
          </ac:cxnSpMkLst>
        </pc:cxnChg>
        <pc:cxnChg chg="mod">
          <ac:chgData name="Yara Zalat" userId="ccc0323e59cb819f" providerId="LiveId" clId="{6618D68A-4DA5-402C-8903-C93337F81BB6}" dt="2026-05-09T04:14:14.791" v="125" actId="1076"/>
          <ac:cxnSpMkLst>
            <pc:docMk/>
            <pc:sldMk cId="0" sldId="260"/>
            <ac:cxnSpMk id="38" creationId="{6C20034D-FEC1-E02E-3DA2-DEA36FE0684E}"/>
          </ac:cxnSpMkLst>
        </pc:cxnChg>
        <pc:cxnChg chg="mod">
          <ac:chgData name="Yara Zalat" userId="ccc0323e59cb819f" providerId="LiveId" clId="{6618D68A-4DA5-402C-8903-C93337F81BB6}" dt="2026-05-09T04:14:46.327" v="127" actId="1076"/>
          <ac:cxnSpMkLst>
            <pc:docMk/>
            <pc:sldMk cId="0" sldId="260"/>
            <ac:cxnSpMk id="39" creationId="{9926BAEC-463D-9DE3-B963-DDCC3CEA638B}"/>
          </ac:cxnSpMkLst>
        </pc:cxnChg>
        <pc:cxnChg chg="mod">
          <ac:chgData name="Yara Zalat" userId="ccc0323e59cb819f" providerId="LiveId" clId="{6618D68A-4DA5-402C-8903-C93337F81BB6}" dt="2026-05-09T04:17:19.483" v="165" actId="1076"/>
          <ac:cxnSpMkLst>
            <pc:docMk/>
            <pc:sldMk cId="0" sldId="260"/>
            <ac:cxnSpMk id="40" creationId="{5EBC298F-371A-2B25-84F7-931B5815FCF4}"/>
          </ac:cxnSpMkLst>
        </pc:cxnChg>
        <pc:cxnChg chg="add del mod">
          <ac:chgData name="Yara Zalat" userId="ccc0323e59cb819f" providerId="LiveId" clId="{6618D68A-4DA5-402C-8903-C93337F81BB6}" dt="2026-05-09T04:15:40.891" v="142" actId="478"/>
          <ac:cxnSpMkLst>
            <pc:docMk/>
            <pc:sldMk cId="0" sldId="260"/>
            <ac:cxnSpMk id="278" creationId="{DC502000-EF02-2573-66B6-F8D8FEBBF340}"/>
          </ac:cxnSpMkLst>
        </pc:cxnChg>
        <pc:cxnChg chg="add del mod">
          <ac:chgData name="Yara Zalat" userId="ccc0323e59cb819f" providerId="LiveId" clId="{6618D68A-4DA5-402C-8903-C93337F81BB6}" dt="2026-05-09T04:15:38.090" v="141" actId="478"/>
          <ac:cxnSpMkLst>
            <pc:docMk/>
            <pc:sldMk cId="0" sldId="260"/>
            <ac:cxnSpMk id="279" creationId="{B8DA3A7E-3175-466B-9E8F-85EAB4CADDAE}"/>
          </ac:cxnSpMkLst>
        </pc:cxnChg>
        <pc:cxnChg chg="add del mod">
          <ac:chgData name="Yara Zalat" userId="ccc0323e59cb819f" providerId="LiveId" clId="{6618D68A-4DA5-402C-8903-C93337F81BB6}" dt="2026-05-09T04:15:28.917" v="139" actId="478"/>
          <ac:cxnSpMkLst>
            <pc:docMk/>
            <pc:sldMk cId="0" sldId="260"/>
            <ac:cxnSpMk id="280" creationId="{55CFD03F-1ED1-FD17-EDE0-D5866CFC994B}"/>
          </ac:cxnSpMkLst>
        </pc:cxnChg>
        <pc:cxnChg chg="add del mod">
          <ac:chgData name="Yara Zalat" userId="ccc0323e59cb819f" providerId="LiveId" clId="{6618D68A-4DA5-402C-8903-C93337F81BB6}" dt="2026-05-09T04:15:28.917" v="139" actId="478"/>
          <ac:cxnSpMkLst>
            <pc:docMk/>
            <pc:sldMk cId="0" sldId="260"/>
            <ac:cxnSpMk id="281" creationId="{DD2FBCB3-C7A0-8577-7BF7-51199AF58BD2}"/>
          </ac:cxnSpMkLst>
        </pc:cxnChg>
        <pc:cxnChg chg="add del mod">
          <ac:chgData name="Yara Zalat" userId="ccc0323e59cb819f" providerId="LiveId" clId="{6618D68A-4DA5-402C-8903-C93337F81BB6}" dt="2026-05-09T05:00:16.611" v="712" actId="1076"/>
          <ac:cxnSpMkLst>
            <pc:docMk/>
            <pc:sldMk cId="0" sldId="260"/>
            <ac:cxnSpMk id="282" creationId="{096E2AD0-8DAB-3C7C-953B-086713426A9D}"/>
          </ac:cxnSpMkLst>
        </pc:cxnChg>
        <pc:cxnChg chg="add mod">
          <ac:chgData name="Yara Zalat" userId="ccc0323e59cb819f" providerId="LiveId" clId="{6618D68A-4DA5-402C-8903-C93337F81BB6}" dt="2026-05-09T04:16:50.848" v="157" actId="1582"/>
          <ac:cxnSpMkLst>
            <pc:docMk/>
            <pc:sldMk cId="0" sldId="260"/>
            <ac:cxnSpMk id="285" creationId="{E10CE779-7095-BE8A-A513-8297E5031383}"/>
          </ac:cxnSpMkLst>
        </pc:cxnChg>
        <pc:cxnChg chg="add mod">
          <ac:chgData name="Yara Zalat" userId="ccc0323e59cb819f" providerId="LiveId" clId="{6618D68A-4DA5-402C-8903-C93337F81BB6}" dt="2026-05-09T04:16:59.721" v="160" actId="14100"/>
          <ac:cxnSpMkLst>
            <pc:docMk/>
            <pc:sldMk cId="0" sldId="260"/>
            <ac:cxnSpMk id="287" creationId="{0DDF42BD-B5E0-287C-B0B6-D3463E9A4CCD}"/>
          </ac:cxnSpMkLst>
        </pc:cxnChg>
        <pc:cxnChg chg="add mod">
          <ac:chgData name="Yara Zalat" userId="ccc0323e59cb819f" providerId="LiveId" clId="{6618D68A-4DA5-402C-8903-C93337F81BB6}" dt="2026-05-09T04:17:19.483" v="165" actId="1076"/>
          <ac:cxnSpMkLst>
            <pc:docMk/>
            <pc:sldMk cId="0" sldId="260"/>
            <ac:cxnSpMk id="290" creationId="{131D24F8-89A0-8CF3-F37E-376C141CC270}"/>
          </ac:cxnSpMkLst>
        </pc:cxnChg>
        <pc:cxnChg chg="add mod">
          <ac:chgData name="Yara Zalat" userId="ccc0323e59cb819f" providerId="LiveId" clId="{6618D68A-4DA5-402C-8903-C93337F81BB6}" dt="2026-05-09T05:00:16.611" v="712" actId="1076"/>
          <ac:cxnSpMkLst>
            <pc:docMk/>
            <pc:sldMk cId="0" sldId="260"/>
            <ac:cxnSpMk id="295" creationId="{16790CF1-8DB8-7719-FC46-D0D78C6105FA}"/>
          </ac:cxnSpMkLst>
        </pc:cxnChg>
        <pc:cxnChg chg="add mod">
          <ac:chgData name="Yara Zalat" userId="ccc0323e59cb819f" providerId="LiveId" clId="{6618D68A-4DA5-402C-8903-C93337F81BB6}" dt="2026-05-09T05:00:16.611" v="712" actId="1076"/>
          <ac:cxnSpMkLst>
            <pc:docMk/>
            <pc:sldMk cId="0" sldId="260"/>
            <ac:cxnSpMk id="298" creationId="{31925300-0BA5-9E3C-3C2D-AF133A68E655}"/>
          </ac:cxnSpMkLst>
        </pc:cxnChg>
        <pc:cxnChg chg="del">
          <ac:chgData name="Yara Zalat" userId="ccc0323e59cb819f" providerId="LiveId" clId="{6618D68A-4DA5-402C-8903-C93337F81BB6}" dt="2026-05-09T04:07:48.147" v="2" actId="478"/>
          <ac:cxnSpMkLst>
            <pc:docMk/>
            <pc:sldMk cId="0" sldId="260"/>
            <ac:cxnSpMk id="307" creationId="{00000000-0000-0000-0000-000000000000}"/>
          </ac:cxnSpMkLst>
        </pc:cxnChg>
        <pc:cxnChg chg="del mod">
          <ac:chgData name="Yara Zalat" userId="ccc0323e59cb819f" providerId="LiveId" clId="{6618D68A-4DA5-402C-8903-C93337F81BB6}" dt="2026-05-09T04:07:48.147" v="2" actId="478"/>
          <ac:cxnSpMkLst>
            <pc:docMk/>
            <pc:sldMk cId="0" sldId="260"/>
            <ac:cxnSpMk id="325" creationId="{00000000-0000-0000-0000-000000000000}"/>
          </ac:cxnSpMkLst>
        </pc:cxnChg>
        <pc:cxnChg chg="del mod">
          <ac:chgData name="Yara Zalat" userId="ccc0323e59cb819f" providerId="LiveId" clId="{6618D68A-4DA5-402C-8903-C93337F81BB6}" dt="2026-05-09T04:07:48.147" v="2" actId="478"/>
          <ac:cxnSpMkLst>
            <pc:docMk/>
            <pc:sldMk cId="0" sldId="260"/>
            <ac:cxnSpMk id="326" creationId="{00000000-0000-0000-0000-000000000000}"/>
          </ac:cxnSpMkLst>
        </pc:cxnChg>
        <pc:cxnChg chg="add mod">
          <ac:chgData name="Yara Zalat" userId="ccc0323e59cb819f" providerId="LiveId" clId="{6618D68A-4DA5-402C-8903-C93337F81BB6}" dt="2026-05-09T04:18:21.674" v="178" actId="14100"/>
          <ac:cxnSpMkLst>
            <pc:docMk/>
            <pc:sldMk cId="0" sldId="260"/>
            <ac:cxnSpMk id="329" creationId="{554E9416-C2D2-548F-6E8F-967F8185AD9F}"/>
          </ac:cxnSpMkLst>
        </pc:cxnChg>
        <pc:cxnChg chg="add mod">
          <ac:chgData name="Yara Zalat" userId="ccc0323e59cb819f" providerId="LiveId" clId="{6618D68A-4DA5-402C-8903-C93337F81BB6}" dt="2026-05-09T04:18:33.564" v="181" actId="14100"/>
          <ac:cxnSpMkLst>
            <pc:docMk/>
            <pc:sldMk cId="0" sldId="260"/>
            <ac:cxnSpMk id="333" creationId="{EE7A029F-BFC0-07C4-DB2B-02A226FF2502}"/>
          </ac:cxnSpMkLst>
        </pc:cxnChg>
        <pc:cxnChg chg="add mod">
          <ac:chgData name="Yara Zalat" userId="ccc0323e59cb819f" providerId="LiveId" clId="{6618D68A-4DA5-402C-8903-C93337F81BB6}" dt="2026-05-09T04:19:06.859" v="187" actId="693"/>
          <ac:cxnSpMkLst>
            <pc:docMk/>
            <pc:sldMk cId="0" sldId="260"/>
            <ac:cxnSpMk id="336" creationId="{03FFAB61-46B1-F209-69C5-828682707D89}"/>
          </ac:cxnSpMkLst>
        </pc:cxnChg>
        <pc:cxnChg chg="add mod">
          <ac:chgData name="Yara Zalat" userId="ccc0323e59cb819f" providerId="LiveId" clId="{6618D68A-4DA5-402C-8903-C93337F81BB6}" dt="2026-05-09T04:19:19.363" v="190" actId="14100"/>
          <ac:cxnSpMkLst>
            <pc:docMk/>
            <pc:sldMk cId="0" sldId="260"/>
            <ac:cxnSpMk id="340" creationId="{E0934569-EC74-C7A7-A4F7-B364CB423DD3}"/>
          </ac:cxnSpMkLst>
        </pc:cxnChg>
      </pc:sldChg>
      <pc:sldChg chg="modSp ord">
        <pc:chgData name="Yara Zalat" userId="ccc0323e59cb819f" providerId="LiveId" clId="{6618D68A-4DA5-402C-8903-C93337F81BB6}" dt="2026-05-09T05:04:05.477" v="787"/>
        <pc:sldMkLst>
          <pc:docMk/>
          <pc:sldMk cId="0" sldId="261"/>
        </pc:sldMkLst>
        <pc:spChg chg="mod">
          <ac:chgData name="Yara Zalat" userId="ccc0323e59cb819f" providerId="LiveId" clId="{6618D68A-4DA5-402C-8903-C93337F81BB6}" dt="2026-05-09T05:01:57.537" v="782"/>
          <ac:spMkLst>
            <pc:docMk/>
            <pc:sldMk cId="0" sldId="261"/>
            <ac:spMk id="331" creationId="{00000000-0000-0000-0000-000000000000}"/>
          </ac:spMkLst>
        </pc:spChg>
      </pc:sldChg>
      <pc:sldChg chg="modSp mod ord">
        <pc:chgData name="Yara Zalat" userId="ccc0323e59cb819f" providerId="LiveId" clId="{6618D68A-4DA5-402C-8903-C93337F81BB6}" dt="2026-05-09T05:40:50.070" v="1517"/>
        <pc:sldMkLst>
          <pc:docMk/>
          <pc:sldMk cId="0" sldId="262"/>
        </pc:sldMkLst>
        <pc:spChg chg="mod">
          <ac:chgData name="Yara Zalat" userId="ccc0323e59cb819f" providerId="LiveId" clId="{6618D68A-4DA5-402C-8903-C93337F81BB6}" dt="2026-05-09T05:28:20.032" v="1221" actId="20577"/>
          <ac:spMkLst>
            <pc:docMk/>
            <pc:sldMk cId="0" sldId="262"/>
            <ac:spMk id="360" creationId="{00000000-0000-0000-0000-000000000000}"/>
          </ac:spMkLst>
        </pc:spChg>
        <pc:spChg chg="mod">
          <ac:chgData name="Yara Zalat" userId="ccc0323e59cb819f" providerId="LiveId" clId="{6618D68A-4DA5-402C-8903-C93337F81BB6}" dt="2026-05-09T05:14:45.626" v="1082" actId="20577"/>
          <ac:spMkLst>
            <pc:docMk/>
            <pc:sldMk cId="0" sldId="262"/>
            <ac:spMk id="364" creationId="{00000000-0000-0000-0000-000000000000}"/>
          </ac:spMkLst>
        </pc:spChg>
        <pc:spChg chg="mod">
          <ac:chgData name="Yara Zalat" userId="ccc0323e59cb819f" providerId="LiveId" clId="{6618D68A-4DA5-402C-8903-C93337F81BB6}" dt="2026-05-09T05:14:34.759" v="1074" actId="1076"/>
          <ac:spMkLst>
            <pc:docMk/>
            <pc:sldMk cId="0" sldId="262"/>
            <ac:spMk id="381" creationId="{00000000-0000-0000-0000-000000000000}"/>
          </ac:spMkLst>
        </pc:spChg>
      </pc:sldChg>
      <pc:sldChg chg="ord">
        <pc:chgData name="Yara Zalat" userId="ccc0323e59cb819f" providerId="LiveId" clId="{6618D68A-4DA5-402C-8903-C93337F81BB6}" dt="2026-05-09T05:45:02.800" v="1533"/>
        <pc:sldMkLst>
          <pc:docMk/>
          <pc:sldMk cId="0" sldId="263"/>
        </pc:sldMkLst>
      </pc:sldChg>
      <pc:sldChg chg="del ord">
        <pc:chgData name="Yara Zalat" userId="ccc0323e59cb819f" providerId="LiveId" clId="{6618D68A-4DA5-402C-8903-C93337F81BB6}" dt="2026-05-09T05:45:49.719" v="1536" actId="47"/>
        <pc:sldMkLst>
          <pc:docMk/>
          <pc:sldMk cId="0" sldId="264"/>
        </pc:sldMkLst>
      </pc:sldChg>
      <pc:sldChg chg="del ord">
        <pc:chgData name="Yara Zalat" userId="ccc0323e59cb819f" providerId="LiveId" clId="{6618D68A-4DA5-402C-8903-C93337F81BB6}" dt="2026-05-09T05:38:47.465" v="1508" actId="47"/>
        <pc:sldMkLst>
          <pc:docMk/>
          <pc:sldMk cId="0" sldId="265"/>
        </pc:sldMkLst>
      </pc:sldChg>
      <pc:sldChg chg="modSp mod ord">
        <pc:chgData name="Yara Zalat" userId="ccc0323e59cb819f" providerId="LiveId" clId="{6618D68A-4DA5-402C-8903-C93337F81BB6}" dt="2026-05-09T14:54:00.352" v="1549"/>
        <pc:sldMkLst>
          <pc:docMk/>
          <pc:sldMk cId="0" sldId="266"/>
        </pc:sldMkLst>
        <pc:spChg chg="mod">
          <ac:chgData name="Yara Zalat" userId="ccc0323e59cb819f" providerId="LiveId" clId="{6618D68A-4DA5-402C-8903-C93337F81BB6}" dt="2026-05-09T14:54:00.352" v="1549"/>
          <ac:spMkLst>
            <pc:docMk/>
            <pc:sldMk cId="0" sldId="266"/>
            <ac:spMk id="516" creationId="{00000000-0000-0000-0000-000000000000}"/>
          </ac:spMkLst>
        </pc:spChg>
      </pc:sldChg>
      <pc:sldChg chg="del ord">
        <pc:chgData name="Yara Zalat" userId="ccc0323e59cb819f" providerId="LiveId" clId="{6618D68A-4DA5-402C-8903-C93337F81BB6}" dt="2026-05-09T05:44:18.349" v="1531" actId="47"/>
        <pc:sldMkLst>
          <pc:docMk/>
          <pc:sldMk cId="0" sldId="267"/>
        </pc:sldMkLst>
      </pc:sldChg>
      <pc:sldChg chg="addSp delSp modSp mod ord">
        <pc:chgData name="Yara Zalat" userId="ccc0323e59cb819f" providerId="LiveId" clId="{6618D68A-4DA5-402C-8903-C93337F81BB6}" dt="2026-05-09T15:26:30.665" v="1697" actId="478"/>
        <pc:sldMkLst>
          <pc:docMk/>
          <pc:sldMk cId="0" sldId="268"/>
        </pc:sldMkLst>
        <pc:spChg chg="add mod">
          <ac:chgData name="Yara Zalat" userId="ccc0323e59cb819f" providerId="LiveId" clId="{6618D68A-4DA5-402C-8903-C93337F81BB6}" dt="2026-05-09T15:26:03.384" v="1693" actId="255"/>
          <ac:spMkLst>
            <pc:docMk/>
            <pc:sldMk cId="0" sldId="268"/>
            <ac:spMk id="3" creationId="{CD5FF15C-5E3C-055D-3F22-549BD5053497}"/>
          </ac:spMkLst>
        </pc:spChg>
        <pc:spChg chg="mod">
          <ac:chgData name="Yara Zalat" userId="ccc0323e59cb819f" providerId="LiveId" clId="{6618D68A-4DA5-402C-8903-C93337F81BB6}" dt="2026-05-09T05:44:04.201" v="1530" actId="20577"/>
          <ac:spMkLst>
            <pc:docMk/>
            <pc:sldMk cId="0" sldId="268"/>
            <ac:spMk id="613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17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18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22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23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27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28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32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6:24.090" v="1696" actId="1076"/>
          <ac:spMkLst>
            <pc:docMk/>
            <pc:sldMk cId="0" sldId="268"/>
            <ac:spMk id="633" creationId="{00000000-0000-0000-0000-000000000000}"/>
          </ac:spMkLst>
        </pc:spChg>
        <pc:spChg chg="del">
          <ac:chgData name="Yara Zalat" userId="ccc0323e59cb819f" providerId="LiveId" clId="{6618D68A-4DA5-402C-8903-C93337F81BB6}" dt="2026-05-09T15:26:30.665" v="1697" actId="478"/>
          <ac:spMkLst>
            <pc:docMk/>
            <pc:sldMk cId="0" sldId="268"/>
            <ac:spMk id="654" creationId="{00000000-0000-0000-0000-000000000000}"/>
          </ac:spMkLst>
        </pc:spChg>
        <pc:grpChg chg="mod">
          <ac:chgData name="Yara Zalat" userId="ccc0323e59cb819f" providerId="LiveId" clId="{6618D68A-4DA5-402C-8903-C93337F81BB6}" dt="2026-05-09T15:26:24.090" v="1696" actId="1076"/>
          <ac:grpSpMkLst>
            <pc:docMk/>
            <pc:sldMk cId="0" sldId="268"/>
            <ac:grpSpMk id="644" creationId="{00000000-0000-0000-0000-000000000000}"/>
          </ac:grpSpMkLst>
        </pc:grpChg>
        <pc:grpChg chg="mod">
          <ac:chgData name="Yara Zalat" userId="ccc0323e59cb819f" providerId="LiveId" clId="{6618D68A-4DA5-402C-8903-C93337F81BB6}" dt="2026-05-09T15:26:24.090" v="1696" actId="1076"/>
          <ac:grpSpMkLst>
            <pc:docMk/>
            <pc:sldMk cId="0" sldId="268"/>
            <ac:grpSpMk id="649" creationId="{00000000-0000-0000-0000-000000000000}"/>
          </ac:grpSpMkLst>
        </pc:grpChg>
      </pc:sldChg>
      <pc:sldChg chg="del">
        <pc:chgData name="Yara Zalat" userId="ccc0323e59cb819f" providerId="LiveId" clId="{6618D68A-4DA5-402C-8903-C93337F81BB6}" dt="2026-05-09T05:38:52.523" v="1509" actId="47"/>
        <pc:sldMkLst>
          <pc:docMk/>
          <pc:sldMk cId="0" sldId="270"/>
        </pc:sldMkLst>
      </pc:sldChg>
      <pc:sldChg chg="ord">
        <pc:chgData name="Yara Zalat" userId="ccc0323e59cb819f" providerId="LiveId" clId="{6618D68A-4DA5-402C-8903-C93337F81BB6}" dt="2026-05-09T15:40:32.881" v="1883"/>
        <pc:sldMkLst>
          <pc:docMk/>
          <pc:sldMk cId="0" sldId="273"/>
        </pc:sldMkLst>
      </pc:sldChg>
      <pc:sldChg chg="delSp modSp del mod ord modNotes">
        <pc:chgData name="Yara Zalat" userId="ccc0323e59cb819f" providerId="LiveId" clId="{6618D68A-4DA5-402C-8903-C93337F81BB6}" dt="2026-05-09T05:45:34.396" v="1535" actId="47"/>
        <pc:sldMkLst>
          <pc:docMk/>
          <pc:sldMk cId="0" sldId="274"/>
        </pc:sldMkLst>
        <pc:spChg chg="mod">
          <ac:chgData name="Yara Zalat" userId="ccc0323e59cb819f" providerId="LiveId" clId="{6618D68A-4DA5-402C-8903-C93337F81BB6}" dt="2026-05-09T05:35:25.945" v="1418" actId="20577"/>
          <ac:spMkLst>
            <pc:docMk/>
            <pc:sldMk cId="0" sldId="274"/>
            <ac:spMk id="867" creationId="{00000000-0000-0000-0000-000000000000}"/>
          </ac:spMkLst>
        </pc:spChg>
        <pc:spChg chg="mod">
          <ac:chgData name="Yara Zalat" userId="ccc0323e59cb819f" providerId="LiveId" clId="{6618D68A-4DA5-402C-8903-C93337F81BB6}" dt="2026-05-09T05:37:18.043" v="1505" actId="6549"/>
          <ac:spMkLst>
            <pc:docMk/>
            <pc:sldMk cId="0" sldId="274"/>
            <ac:spMk id="875" creationId="{00000000-0000-0000-0000-000000000000}"/>
          </ac:spMkLst>
        </pc:spChg>
        <pc:spChg chg="mod">
          <ac:chgData name="Yara Zalat" userId="ccc0323e59cb819f" providerId="LiveId" clId="{6618D68A-4DA5-402C-8903-C93337F81BB6}" dt="2026-05-09T05:35:46.931" v="1443" actId="20577"/>
          <ac:spMkLst>
            <pc:docMk/>
            <pc:sldMk cId="0" sldId="274"/>
            <ac:spMk id="877" creationId="{00000000-0000-0000-0000-000000000000}"/>
          </ac:spMkLst>
        </pc:spChg>
        <pc:spChg chg="del">
          <ac:chgData name="Yara Zalat" userId="ccc0323e59cb819f" providerId="LiveId" clId="{6618D68A-4DA5-402C-8903-C93337F81BB6}" dt="2026-05-09T05:36:22.776" v="1481" actId="478"/>
          <ac:spMkLst>
            <pc:docMk/>
            <pc:sldMk cId="0" sldId="274"/>
            <ac:spMk id="878" creationId="{00000000-0000-0000-0000-000000000000}"/>
          </ac:spMkLst>
        </pc:spChg>
        <pc:spChg chg="mod">
          <ac:chgData name="Yara Zalat" userId="ccc0323e59cb819f" providerId="LiveId" clId="{6618D68A-4DA5-402C-8903-C93337F81BB6}" dt="2026-05-09T05:37:21.594" v="1506" actId="6549"/>
          <ac:spMkLst>
            <pc:docMk/>
            <pc:sldMk cId="0" sldId="274"/>
            <ac:spMk id="880" creationId="{00000000-0000-0000-0000-000000000000}"/>
          </ac:spMkLst>
        </pc:spChg>
        <pc:spChg chg="mod">
          <ac:chgData name="Yara Zalat" userId="ccc0323e59cb819f" providerId="LiveId" clId="{6618D68A-4DA5-402C-8903-C93337F81BB6}" dt="2026-05-09T05:36:33.994" v="1482" actId="1076"/>
          <ac:spMkLst>
            <pc:docMk/>
            <pc:sldMk cId="0" sldId="274"/>
            <ac:spMk id="882" creationId="{00000000-0000-0000-0000-000000000000}"/>
          </ac:spMkLst>
        </pc:spChg>
        <pc:spChg chg="del">
          <ac:chgData name="Yara Zalat" userId="ccc0323e59cb819f" providerId="LiveId" clId="{6618D68A-4DA5-402C-8903-C93337F81BB6}" dt="2026-05-09T05:36:18.010" v="1480" actId="478"/>
          <ac:spMkLst>
            <pc:docMk/>
            <pc:sldMk cId="0" sldId="274"/>
            <ac:spMk id="883" creationId="{00000000-0000-0000-0000-000000000000}"/>
          </ac:spMkLst>
        </pc:spChg>
        <pc:spChg chg="mod">
          <ac:chgData name="Yara Zalat" userId="ccc0323e59cb819f" providerId="LiveId" clId="{6618D68A-4DA5-402C-8903-C93337F81BB6}" dt="2026-05-09T05:37:24.077" v="1507" actId="6549"/>
          <ac:spMkLst>
            <pc:docMk/>
            <pc:sldMk cId="0" sldId="274"/>
            <ac:spMk id="885" creationId="{00000000-0000-0000-0000-000000000000}"/>
          </ac:spMkLst>
        </pc:spChg>
        <pc:spChg chg="mod">
          <ac:chgData name="Yara Zalat" userId="ccc0323e59cb819f" providerId="LiveId" clId="{6618D68A-4DA5-402C-8903-C93337F81BB6}" dt="2026-05-09T05:37:12.519" v="1504" actId="1076"/>
          <ac:spMkLst>
            <pc:docMk/>
            <pc:sldMk cId="0" sldId="274"/>
            <ac:spMk id="887" creationId="{00000000-0000-0000-0000-000000000000}"/>
          </ac:spMkLst>
        </pc:spChg>
        <pc:spChg chg="del">
          <ac:chgData name="Yara Zalat" userId="ccc0323e59cb819f" providerId="LiveId" clId="{6618D68A-4DA5-402C-8903-C93337F81BB6}" dt="2026-05-09T05:37:06.271" v="1503" actId="478"/>
          <ac:spMkLst>
            <pc:docMk/>
            <pc:sldMk cId="0" sldId="274"/>
            <ac:spMk id="888" creationId="{00000000-0000-0000-0000-000000000000}"/>
          </ac:spMkLst>
        </pc:spChg>
        <pc:grpChg chg="del">
          <ac:chgData name="Yara Zalat" userId="ccc0323e59cb819f" providerId="LiveId" clId="{6618D68A-4DA5-402C-8903-C93337F81BB6}" dt="2026-05-09T05:36:22.776" v="1481" actId="478"/>
          <ac:grpSpMkLst>
            <pc:docMk/>
            <pc:sldMk cId="0" sldId="274"/>
            <ac:grpSpMk id="876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5:36:18.010" v="1480" actId="478"/>
          <ac:grpSpMkLst>
            <pc:docMk/>
            <pc:sldMk cId="0" sldId="274"/>
            <ac:grpSpMk id="881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5:37:06.271" v="1503" actId="478"/>
          <ac:grpSpMkLst>
            <pc:docMk/>
            <pc:sldMk cId="0" sldId="274"/>
            <ac:grpSpMk id="886" creationId="{00000000-0000-0000-0000-000000000000}"/>
          </ac:grpSpMkLst>
        </pc:grpChg>
      </pc:sldChg>
      <pc:sldChg chg="delSp modSp mod ord">
        <pc:chgData name="Yara Zalat" userId="ccc0323e59cb819f" providerId="LiveId" clId="{6618D68A-4DA5-402C-8903-C93337F81BB6}" dt="2026-05-09T05:39:42.916" v="1513" actId="478"/>
        <pc:sldMkLst>
          <pc:docMk/>
          <pc:sldMk cId="0" sldId="276"/>
        </pc:sldMkLst>
        <pc:spChg chg="del mod">
          <ac:chgData name="Yara Zalat" userId="ccc0323e59cb819f" providerId="LiveId" clId="{6618D68A-4DA5-402C-8903-C93337F81BB6}" dt="2026-05-09T05:39:42.916" v="1513" actId="478"/>
          <ac:spMkLst>
            <pc:docMk/>
            <pc:sldMk cId="0" sldId="276"/>
            <ac:spMk id="923" creationId="{00000000-0000-0000-0000-000000000000}"/>
          </ac:spMkLst>
        </pc:spChg>
      </pc:sldChg>
      <pc:sldChg chg="del ord modNotes">
        <pc:chgData name="Yara Zalat" userId="ccc0323e59cb819f" providerId="LiveId" clId="{6618D68A-4DA5-402C-8903-C93337F81BB6}" dt="2026-05-09T15:52:36.835" v="1953" actId="47"/>
        <pc:sldMkLst>
          <pc:docMk/>
          <pc:sldMk cId="0" sldId="277"/>
        </pc:sldMkLst>
      </pc:sldChg>
      <pc:sldChg chg="addSp delSp modSp mod ord">
        <pc:chgData name="Yara Zalat" userId="ccc0323e59cb819f" providerId="LiveId" clId="{6618D68A-4DA5-402C-8903-C93337F81BB6}" dt="2026-05-09T15:33:20.188" v="1786" actId="478"/>
        <pc:sldMkLst>
          <pc:docMk/>
          <pc:sldMk cId="0" sldId="279"/>
        </pc:sldMkLst>
        <pc:spChg chg="add mod">
          <ac:chgData name="Yara Zalat" userId="ccc0323e59cb819f" providerId="LiveId" clId="{6618D68A-4DA5-402C-8903-C93337F81BB6}" dt="2026-05-09T15:28:38.156" v="1724" actId="20577"/>
          <ac:spMkLst>
            <pc:docMk/>
            <pc:sldMk cId="0" sldId="279"/>
            <ac:spMk id="2" creationId="{644F223E-A7A1-B4E3-63A6-E44EFCFBF626}"/>
          </ac:spMkLst>
        </pc:spChg>
        <pc:spChg chg="add mod">
          <ac:chgData name="Yara Zalat" userId="ccc0323e59cb819f" providerId="LiveId" clId="{6618D68A-4DA5-402C-8903-C93337F81BB6}" dt="2026-05-09T15:30:12.815" v="1731" actId="207"/>
          <ac:spMkLst>
            <pc:docMk/>
            <pc:sldMk cId="0" sldId="279"/>
            <ac:spMk id="3" creationId="{29C2C93A-9278-380E-5BFA-ED50A0E905F7}"/>
          </ac:spMkLst>
        </pc:spChg>
        <pc:spChg chg="add del mod">
          <ac:chgData name="Yara Zalat" userId="ccc0323e59cb819f" providerId="LiveId" clId="{6618D68A-4DA5-402C-8903-C93337F81BB6}" dt="2026-05-09T15:33:20.188" v="1786" actId="478"/>
          <ac:spMkLst>
            <pc:docMk/>
            <pc:sldMk cId="0" sldId="279"/>
            <ac:spMk id="4" creationId="{1B980EE4-B760-972E-D52F-EF776ABDA6E2}"/>
          </ac:spMkLst>
        </pc:spChg>
        <pc:spChg chg="add mod">
          <ac:chgData name="Yara Zalat" userId="ccc0323e59cb819f" providerId="LiveId" clId="{6618D68A-4DA5-402C-8903-C93337F81BB6}" dt="2026-05-09T15:30:38.943" v="1740" actId="20577"/>
          <ac:spMkLst>
            <pc:docMk/>
            <pc:sldMk cId="0" sldId="279"/>
            <ac:spMk id="5" creationId="{611CB3FD-B793-0DA9-B99B-E60F62350D34}"/>
          </ac:spMkLst>
        </pc:spChg>
        <pc:spChg chg="add mod">
          <ac:chgData name="Yara Zalat" userId="ccc0323e59cb819f" providerId="LiveId" clId="{6618D68A-4DA5-402C-8903-C93337F81BB6}" dt="2026-05-09T15:31:55.081" v="1762" actId="207"/>
          <ac:spMkLst>
            <pc:docMk/>
            <pc:sldMk cId="0" sldId="279"/>
            <ac:spMk id="6" creationId="{E53A50A5-DCA3-5334-E76A-96B1B2C5A929}"/>
          </ac:spMkLst>
        </pc:spChg>
        <pc:spChg chg="add mod">
          <ac:chgData name="Yara Zalat" userId="ccc0323e59cb819f" providerId="LiveId" clId="{6618D68A-4DA5-402C-8903-C93337F81BB6}" dt="2026-05-09T15:32:44.044" v="1773" actId="1076"/>
          <ac:spMkLst>
            <pc:docMk/>
            <pc:sldMk cId="0" sldId="279"/>
            <ac:spMk id="7" creationId="{CF46121C-FFA7-0DAE-7D3C-1F4A578FDB74}"/>
          </ac:spMkLst>
        </pc:spChg>
        <pc:spChg chg="add mod">
          <ac:chgData name="Yara Zalat" userId="ccc0323e59cb819f" providerId="LiveId" clId="{6618D68A-4DA5-402C-8903-C93337F81BB6}" dt="2026-05-09T15:32:40.886" v="1772" actId="1076"/>
          <ac:spMkLst>
            <pc:docMk/>
            <pc:sldMk cId="0" sldId="279"/>
            <ac:spMk id="8" creationId="{5A32CF55-FC2F-24A6-4AFD-4BBAD56F1F68}"/>
          </ac:spMkLst>
        </pc:spChg>
        <pc:spChg chg="add mod">
          <ac:chgData name="Yara Zalat" userId="ccc0323e59cb819f" providerId="LiveId" clId="{6618D68A-4DA5-402C-8903-C93337F81BB6}" dt="2026-05-09T15:33:01.183" v="1781" actId="20577"/>
          <ac:spMkLst>
            <pc:docMk/>
            <pc:sldMk cId="0" sldId="279"/>
            <ac:spMk id="9" creationId="{00CCA00F-DB56-A5C1-8CE1-134BFCB52F75}"/>
          </ac:spMkLst>
        </pc:spChg>
        <pc:spChg chg="add mod">
          <ac:chgData name="Yara Zalat" userId="ccc0323e59cb819f" providerId="LiveId" clId="{6618D68A-4DA5-402C-8903-C93337F81BB6}" dt="2026-05-09T15:33:09.031" v="1785" actId="20577"/>
          <ac:spMkLst>
            <pc:docMk/>
            <pc:sldMk cId="0" sldId="279"/>
            <ac:spMk id="10" creationId="{B0AB415B-6179-BCA3-5D58-847F42FDD2C4}"/>
          </ac:spMkLst>
        </pc:spChg>
        <pc:spChg chg="mod">
          <ac:chgData name="Yara Zalat" userId="ccc0323e59cb819f" providerId="LiveId" clId="{6618D68A-4DA5-402C-8903-C93337F81BB6}" dt="2026-05-09T05:20:23.134" v="1117" actId="20577"/>
          <ac:spMkLst>
            <pc:docMk/>
            <pc:sldMk cId="0" sldId="279"/>
            <ac:spMk id="1081" creationId="{00000000-0000-0000-0000-000000000000}"/>
          </ac:spMkLst>
        </pc:spChg>
        <pc:spChg chg="add del mod">
          <ac:chgData name="Yara Zalat" userId="ccc0323e59cb819f" providerId="LiveId" clId="{6618D68A-4DA5-402C-8903-C93337F81BB6}" dt="2026-05-09T15:29:38.413" v="1726" actId="14100"/>
          <ac:spMkLst>
            <pc:docMk/>
            <pc:sldMk cId="0" sldId="279"/>
            <ac:spMk id="1083" creationId="{00000000-0000-0000-0000-000000000000}"/>
          </ac:spMkLst>
        </pc:spChg>
        <pc:spChg chg="mod">
          <ac:chgData name="Yara Zalat" userId="ccc0323e59cb819f" providerId="LiveId" clId="{6618D68A-4DA5-402C-8903-C93337F81BB6}" dt="2026-05-09T15:31:05.718" v="1749" actId="1076"/>
          <ac:spMkLst>
            <pc:docMk/>
            <pc:sldMk cId="0" sldId="279"/>
            <ac:spMk id="1084" creationId="{00000000-0000-0000-0000-000000000000}"/>
          </ac:spMkLst>
        </pc:spChg>
        <pc:spChg chg="mod">
          <ac:chgData name="Yara Zalat" userId="ccc0323e59cb819f" providerId="LiveId" clId="{6618D68A-4DA5-402C-8903-C93337F81BB6}" dt="2026-05-09T15:32:22.228" v="1769" actId="1076"/>
          <ac:spMkLst>
            <pc:docMk/>
            <pc:sldMk cId="0" sldId="279"/>
            <ac:spMk id="1085" creationId="{00000000-0000-0000-0000-000000000000}"/>
          </ac:spMkLst>
        </pc:spChg>
        <pc:spChg chg="del topLvl">
          <ac:chgData name="Yara Zalat" userId="ccc0323e59cb819f" providerId="LiveId" clId="{6618D68A-4DA5-402C-8903-C93337F81BB6}" dt="2026-05-09T05:26:20.919" v="1203" actId="478"/>
          <ac:spMkLst>
            <pc:docMk/>
            <pc:sldMk cId="0" sldId="279"/>
            <ac:spMk id="1087" creationId="{00000000-0000-0000-0000-000000000000}"/>
          </ac:spMkLst>
        </pc:spChg>
        <pc:spChg chg="del topLvl">
          <ac:chgData name="Yara Zalat" userId="ccc0323e59cb819f" providerId="LiveId" clId="{6618D68A-4DA5-402C-8903-C93337F81BB6}" dt="2026-05-09T05:26:23.679" v="1204" actId="478"/>
          <ac:spMkLst>
            <pc:docMk/>
            <pc:sldMk cId="0" sldId="279"/>
            <ac:spMk id="1088" creationId="{00000000-0000-0000-0000-000000000000}"/>
          </ac:spMkLst>
        </pc:spChg>
        <pc:spChg chg="add del mod">
          <ac:chgData name="Yara Zalat" userId="ccc0323e59cb819f" providerId="LiveId" clId="{6618D68A-4DA5-402C-8903-C93337F81BB6}" dt="2026-05-09T15:29:55.769" v="1728" actId="1076"/>
          <ac:spMkLst>
            <pc:docMk/>
            <pc:sldMk cId="0" sldId="279"/>
            <ac:spMk id="1089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9:13.247" v="1725" actId="1076"/>
          <ac:spMkLst>
            <pc:docMk/>
            <pc:sldMk cId="0" sldId="279"/>
            <ac:spMk id="1093" creationId="{00000000-0000-0000-0000-000000000000}"/>
          </ac:spMkLst>
        </pc:spChg>
        <pc:spChg chg="mod topLvl">
          <ac:chgData name="Yara Zalat" userId="ccc0323e59cb819f" providerId="LiveId" clId="{6618D68A-4DA5-402C-8903-C93337F81BB6}" dt="2026-05-09T05:26:01.857" v="1198" actId="478"/>
          <ac:spMkLst>
            <pc:docMk/>
            <pc:sldMk cId="0" sldId="279"/>
            <ac:spMk id="1095" creationId="{00000000-0000-0000-0000-000000000000}"/>
          </ac:spMkLst>
        </pc:spChg>
        <pc:spChg chg="del topLvl">
          <ac:chgData name="Yara Zalat" userId="ccc0323e59cb819f" providerId="LiveId" clId="{6618D68A-4DA5-402C-8903-C93337F81BB6}" dt="2026-05-09T05:26:01.857" v="1198" actId="478"/>
          <ac:spMkLst>
            <pc:docMk/>
            <pc:sldMk cId="0" sldId="279"/>
            <ac:spMk id="1096" creationId="{00000000-0000-0000-0000-000000000000}"/>
          </ac:spMkLst>
        </pc:spChg>
        <pc:spChg chg="mod">
          <ac:chgData name="Yara Zalat" userId="ccc0323e59cb819f" providerId="LiveId" clId="{6618D68A-4DA5-402C-8903-C93337F81BB6}" dt="2026-05-09T15:29:52.111" v="1727" actId="1076"/>
          <ac:spMkLst>
            <pc:docMk/>
            <pc:sldMk cId="0" sldId="279"/>
            <ac:spMk id="1097" creationId="{00000000-0000-0000-0000-000000000000}"/>
          </ac:spMkLst>
        </pc:spChg>
        <pc:spChg chg="del mod">
          <ac:chgData name="Yara Zalat" userId="ccc0323e59cb819f" providerId="LiveId" clId="{6618D68A-4DA5-402C-8903-C93337F81BB6}" dt="2026-05-09T05:22:49.028" v="1167" actId="478"/>
          <ac:spMkLst>
            <pc:docMk/>
            <pc:sldMk cId="0" sldId="279"/>
            <ac:spMk id="1098" creationId="{00000000-0000-0000-0000-000000000000}"/>
          </ac:spMkLst>
        </pc:spChg>
        <pc:grpChg chg="add del mod">
          <ac:chgData name="Yara Zalat" userId="ccc0323e59cb819f" providerId="LiveId" clId="{6618D68A-4DA5-402C-8903-C93337F81BB6}" dt="2026-05-09T05:26:20.919" v="1203" actId="478"/>
          <ac:grpSpMkLst>
            <pc:docMk/>
            <pc:sldMk cId="0" sldId="279"/>
            <ac:grpSpMk id="1086" creationId="{00000000-0000-0000-0000-000000000000}"/>
          </ac:grpSpMkLst>
        </pc:grpChg>
        <pc:grpChg chg="del mod">
          <ac:chgData name="Yara Zalat" userId="ccc0323e59cb819f" providerId="LiveId" clId="{6618D68A-4DA5-402C-8903-C93337F81BB6}" dt="2026-05-09T05:26:14.746" v="1201" actId="478"/>
          <ac:grpSpMkLst>
            <pc:docMk/>
            <pc:sldMk cId="0" sldId="279"/>
            <ac:grpSpMk id="1090" creationId="{00000000-0000-0000-0000-000000000000}"/>
          </ac:grpSpMkLst>
        </pc:grpChg>
        <pc:grpChg chg="del mod">
          <ac:chgData name="Yara Zalat" userId="ccc0323e59cb819f" providerId="LiveId" clId="{6618D68A-4DA5-402C-8903-C93337F81BB6}" dt="2026-05-09T05:26:01.857" v="1198" actId="478"/>
          <ac:grpSpMkLst>
            <pc:docMk/>
            <pc:sldMk cId="0" sldId="279"/>
            <ac:grpSpMk id="1094" creationId="{00000000-0000-0000-0000-000000000000}"/>
          </ac:grpSpMkLst>
        </pc:grpChg>
        <pc:graphicFrameChg chg="mod modGraphic">
          <ac:chgData name="Yara Zalat" userId="ccc0323e59cb819f" providerId="LiveId" clId="{6618D68A-4DA5-402C-8903-C93337F81BB6}" dt="2026-05-09T15:27:24.541" v="1703" actId="20577"/>
          <ac:graphicFrameMkLst>
            <pc:docMk/>
            <pc:sldMk cId="0" sldId="279"/>
            <ac:graphicFrameMk id="1082" creationId="{00000000-0000-0000-0000-000000000000}"/>
          </ac:graphicFrameMkLst>
        </pc:graphicFrameChg>
      </pc:sldChg>
      <pc:sldChg chg="delSp modSp mod ord">
        <pc:chgData name="Yara Zalat" userId="ccc0323e59cb819f" providerId="LiveId" clId="{6618D68A-4DA5-402C-8903-C93337F81BB6}" dt="2026-05-09T15:40:26.153" v="1881"/>
        <pc:sldMkLst>
          <pc:docMk/>
          <pc:sldMk cId="0" sldId="280"/>
        </pc:sldMkLst>
        <pc:spChg chg="mod">
          <ac:chgData name="Yara Zalat" userId="ccc0323e59cb819f" providerId="LiveId" clId="{6618D68A-4DA5-402C-8903-C93337F81BB6}" dt="2026-05-09T05:28:56.676" v="1226" actId="20577"/>
          <ac:spMkLst>
            <pc:docMk/>
            <pc:sldMk cId="0" sldId="280"/>
            <ac:spMk id="1103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12.906" v="1229" actId="1076"/>
          <ac:spMkLst>
            <pc:docMk/>
            <pc:sldMk cId="0" sldId="280"/>
            <ac:spMk id="1106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12.906" v="1229" actId="1076"/>
          <ac:spMkLst>
            <pc:docMk/>
            <pc:sldMk cId="0" sldId="280"/>
            <ac:spMk id="1108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12.906" v="1229" actId="1076"/>
          <ac:spMkLst>
            <pc:docMk/>
            <pc:sldMk cId="0" sldId="280"/>
            <ac:spMk id="1110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12.906" v="1229" actId="1076"/>
          <ac:spMkLst>
            <pc:docMk/>
            <pc:sldMk cId="0" sldId="280"/>
            <ac:spMk id="1112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22.622" v="1230" actId="1076"/>
          <ac:spMkLst>
            <pc:docMk/>
            <pc:sldMk cId="0" sldId="280"/>
            <ac:spMk id="1114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27.630" v="1231" actId="1076"/>
          <ac:spMkLst>
            <pc:docMk/>
            <pc:sldMk cId="0" sldId="280"/>
            <ac:spMk id="1115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38.727" v="1234" actId="1076"/>
          <ac:spMkLst>
            <pc:docMk/>
            <pc:sldMk cId="0" sldId="280"/>
            <ac:spMk id="1116" creationId="{00000000-0000-0000-0000-000000000000}"/>
          </ac:spMkLst>
        </pc:spChg>
        <pc:spChg chg="mod">
          <ac:chgData name="Yara Zalat" userId="ccc0323e59cb819f" providerId="LiveId" clId="{6618D68A-4DA5-402C-8903-C93337F81BB6}" dt="2026-05-09T05:29:43.527" v="1235" actId="1076"/>
          <ac:spMkLst>
            <pc:docMk/>
            <pc:sldMk cId="0" sldId="280"/>
            <ac:spMk id="1117" creationId="{00000000-0000-0000-0000-000000000000}"/>
          </ac:spMkLst>
        </pc:spChg>
        <pc:spChg chg="del mod">
          <ac:chgData name="Yara Zalat" userId="ccc0323e59cb819f" providerId="LiveId" clId="{6618D68A-4DA5-402C-8903-C93337F81BB6}" dt="2026-05-09T05:29:46.767" v="1236" actId="478"/>
          <ac:spMkLst>
            <pc:docMk/>
            <pc:sldMk cId="0" sldId="280"/>
            <ac:spMk id="1141" creationId="{00000000-0000-0000-0000-000000000000}"/>
          </ac:spMkLst>
        </pc:spChg>
        <pc:spChg chg="del mod">
          <ac:chgData name="Yara Zalat" userId="ccc0323e59cb819f" providerId="LiveId" clId="{6618D68A-4DA5-402C-8903-C93337F81BB6}" dt="2026-05-09T05:29:46.767" v="1236" actId="478"/>
          <ac:spMkLst>
            <pc:docMk/>
            <pc:sldMk cId="0" sldId="280"/>
            <ac:spMk id="1142" creationId="{00000000-0000-0000-0000-000000000000}"/>
          </ac:spMkLst>
        </pc:spChg>
        <pc:grpChg chg="del mod">
          <ac:chgData name="Yara Zalat" userId="ccc0323e59cb819f" providerId="LiveId" clId="{6618D68A-4DA5-402C-8903-C93337F81BB6}" dt="2026-05-09T05:29:32.296" v="1233" actId="478"/>
          <ac:grpSpMkLst>
            <pc:docMk/>
            <pc:sldMk cId="0" sldId="280"/>
            <ac:grpSpMk id="1134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05:29:46.767" v="1236" actId="478"/>
          <ac:grpSpMkLst>
            <pc:docMk/>
            <pc:sldMk cId="0" sldId="280"/>
            <ac:grpSpMk id="1138" creationId="{00000000-0000-0000-0000-000000000000}"/>
          </ac:grpSpMkLst>
        </pc:grpChg>
        <pc:cxnChg chg="mod">
          <ac:chgData name="Yara Zalat" userId="ccc0323e59cb819f" providerId="LiveId" clId="{6618D68A-4DA5-402C-8903-C93337F81BB6}" dt="2026-05-09T05:29:22.622" v="1230" actId="1076"/>
          <ac:cxnSpMkLst>
            <pc:docMk/>
            <pc:sldMk cId="0" sldId="280"/>
            <ac:cxnSpMk id="1126" creationId="{00000000-0000-0000-0000-000000000000}"/>
          </ac:cxnSpMkLst>
        </pc:cxnChg>
        <pc:cxnChg chg="mod">
          <ac:chgData name="Yara Zalat" userId="ccc0323e59cb819f" providerId="LiveId" clId="{6618D68A-4DA5-402C-8903-C93337F81BB6}" dt="2026-05-09T05:29:27.630" v="1231" actId="1076"/>
          <ac:cxnSpMkLst>
            <pc:docMk/>
            <pc:sldMk cId="0" sldId="280"/>
            <ac:cxnSpMk id="1128" creationId="{00000000-0000-0000-0000-000000000000}"/>
          </ac:cxnSpMkLst>
        </pc:cxnChg>
        <pc:cxnChg chg="mod">
          <ac:chgData name="Yara Zalat" userId="ccc0323e59cb819f" providerId="LiveId" clId="{6618D68A-4DA5-402C-8903-C93337F81BB6}" dt="2026-05-09T05:29:38.727" v="1234" actId="1076"/>
          <ac:cxnSpMkLst>
            <pc:docMk/>
            <pc:sldMk cId="0" sldId="280"/>
            <ac:cxnSpMk id="1130" creationId="{00000000-0000-0000-0000-000000000000}"/>
          </ac:cxnSpMkLst>
        </pc:cxnChg>
        <pc:cxnChg chg="mod">
          <ac:chgData name="Yara Zalat" userId="ccc0323e59cb819f" providerId="LiveId" clId="{6618D68A-4DA5-402C-8903-C93337F81BB6}" dt="2026-05-09T05:29:43.527" v="1235" actId="1076"/>
          <ac:cxnSpMkLst>
            <pc:docMk/>
            <pc:sldMk cId="0" sldId="280"/>
            <ac:cxnSpMk id="1132" creationId="{00000000-0000-0000-0000-000000000000}"/>
          </ac:cxnSpMkLst>
        </pc:cxnChg>
      </pc:sldChg>
      <pc:sldChg chg="del">
        <pc:chgData name="Yara Zalat" userId="ccc0323e59cb819f" providerId="LiveId" clId="{6618D68A-4DA5-402C-8903-C93337F81BB6}" dt="2026-05-09T15:53:18.063" v="1955" actId="47"/>
        <pc:sldMkLst>
          <pc:docMk/>
          <pc:sldMk cId="0" sldId="282"/>
        </pc:sldMkLst>
      </pc:sldChg>
      <pc:sldChg chg="addSp delSp modSp mod ord modNotes">
        <pc:chgData name="Yara Zalat" userId="ccc0323e59cb819f" providerId="LiveId" clId="{6618D68A-4DA5-402C-8903-C93337F81BB6}" dt="2026-05-09T15:52:03.373" v="1952" actId="12"/>
        <pc:sldMkLst>
          <pc:docMk/>
          <pc:sldMk cId="0" sldId="285"/>
        </pc:sldMkLst>
        <pc:spChg chg="add mod">
          <ac:chgData name="Yara Zalat" userId="ccc0323e59cb819f" providerId="LiveId" clId="{6618D68A-4DA5-402C-8903-C93337F81BB6}" dt="2026-05-09T15:48:27.487" v="1923" actId="20577"/>
          <ac:spMkLst>
            <pc:docMk/>
            <pc:sldMk cId="0" sldId="285"/>
            <ac:spMk id="3" creationId="{0D44A608-3E4D-6EA5-A99F-A9B00699E149}"/>
          </ac:spMkLst>
        </pc:spChg>
        <pc:spChg chg="add mod">
          <ac:chgData name="Yara Zalat" userId="ccc0323e59cb819f" providerId="LiveId" clId="{6618D68A-4DA5-402C-8903-C93337F81BB6}" dt="2026-05-09T15:50:26.887" v="1943" actId="20577"/>
          <ac:spMkLst>
            <pc:docMk/>
            <pc:sldMk cId="0" sldId="285"/>
            <ac:spMk id="5" creationId="{DABAE922-26CD-006D-9DC7-8F1BB437DFAC}"/>
          </ac:spMkLst>
        </pc:spChg>
        <pc:spChg chg="add mod">
          <ac:chgData name="Yara Zalat" userId="ccc0323e59cb819f" providerId="LiveId" clId="{6618D68A-4DA5-402C-8903-C93337F81BB6}" dt="2026-05-09T15:52:03.373" v="1952" actId="12"/>
          <ac:spMkLst>
            <pc:docMk/>
            <pc:sldMk cId="0" sldId="285"/>
            <ac:spMk id="7" creationId="{C6829F00-A239-CBC2-9BCB-DF97B64061C9}"/>
          </ac:spMkLst>
        </pc:spChg>
        <pc:spChg chg="mod">
          <ac:chgData name="Yara Zalat" userId="ccc0323e59cb819f" providerId="LiveId" clId="{6618D68A-4DA5-402C-8903-C93337F81BB6}" dt="2026-05-09T15:47:36.528" v="1914" actId="1076"/>
          <ac:spMkLst>
            <pc:docMk/>
            <pc:sldMk cId="0" sldId="285"/>
            <ac:spMk id="1286" creationId="{00000000-0000-0000-0000-000000000000}"/>
          </ac:spMkLst>
        </pc:spChg>
        <pc:spChg chg="mod">
          <ac:chgData name="Yara Zalat" userId="ccc0323e59cb819f" providerId="LiveId" clId="{6618D68A-4DA5-402C-8903-C93337F81BB6}" dt="2026-05-09T15:47:42.953" v="1915" actId="1076"/>
          <ac:spMkLst>
            <pc:docMk/>
            <pc:sldMk cId="0" sldId="285"/>
            <ac:spMk id="1287" creationId="{00000000-0000-0000-0000-000000000000}"/>
          </ac:spMkLst>
        </pc:spChg>
        <pc:spChg chg="del topLvl">
          <ac:chgData name="Yara Zalat" userId="ccc0323e59cb819f" providerId="LiveId" clId="{6618D68A-4DA5-402C-8903-C93337F81BB6}" dt="2026-05-09T15:46:04.851" v="1895" actId="478"/>
          <ac:spMkLst>
            <pc:docMk/>
            <pc:sldMk cId="0" sldId="285"/>
            <ac:spMk id="1289" creationId="{00000000-0000-0000-0000-000000000000}"/>
          </ac:spMkLst>
        </pc:spChg>
        <pc:spChg chg="mod topLvl">
          <ac:chgData name="Yara Zalat" userId="ccc0323e59cb819f" providerId="LiveId" clId="{6618D68A-4DA5-402C-8903-C93337F81BB6}" dt="2026-05-09T15:47:46.170" v="1916" actId="478"/>
          <ac:spMkLst>
            <pc:docMk/>
            <pc:sldMk cId="0" sldId="285"/>
            <ac:spMk id="1291" creationId="{00000000-0000-0000-0000-000000000000}"/>
          </ac:spMkLst>
        </pc:spChg>
        <pc:spChg chg="del topLvl">
          <ac:chgData name="Yara Zalat" userId="ccc0323e59cb819f" providerId="LiveId" clId="{6618D68A-4DA5-402C-8903-C93337F81BB6}" dt="2026-05-09T15:47:46.170" v="1916" actId="478"/>
          <ac:spMkLst>
            <pc:docMk/>
            <pc:sldMk cId="0" sldId="285"/>
            <ac:spMk id="1292" creationId="{00000000-0000-0000-0000-000000000000}"/>
          </ac:spMkLst>
        </pc:spChg>
        <pc:spChg chg="del">
          <ac:chgData name="Yara Zalat" userId="ccc0323e59cb819f" providerId="LiveId" clId="{6618D68A-4DA5-402C-8903-C93337F81BB6}" dt="2026-05-09T15:47:58.869" v="1918" actId="478"/>
          <ac:spMkLst>
            <pc:docMk/>
            <pc:sldMk cId="0" sldId="285"/>
            <ac:spMk id="1294" creationId="{00000000-0000-0000-0000-000000000000}"/>
          </ac:spMkLst>
        </pc:spChg>
        <pc:spChg chg="del">
          <ac:chgData name="Yara Zalat" userId="ccc0323e59cb819f" providerId="LiveId" clId="{6618D68A-4DA5-402C-8903-C93337F81BB6}" dt="2026-05-09T15:46:44.280" v="1901" actId="478"/>
          <ac:spMkLst>
            <pc:docMk/>
            <pc:sldMk cId="0" sldId="285"/>
            <ac:spMk id="1295" creationId="{00000000-0000-0000-0000-000000000000}"/>
          </ac:spMkLst>
        </pc:spChg>
        <pc:spChg chg="mod">
          <ac:chgData name="Yara Zalat" userId="ccc0323e59cb819f" providerId="LiveId" clId="{6618D68A-4DA5-402C-8903-C93337F81BB6}" dt="2026-05-09T15:47:28.729" v="1910" actId="1076"/>
          <ac:spMkLst>
            <pc:docMk/>
            <pc:sldMk cId="0" sldId="285"/>
            <ac:spMk id="1301" creationId="{00000000-0000-0000-0000-000000000000}"/>
          </ac:spMkLst>
        </pc:spChg>
        <pc:spChg chg="del mod topLvl">
          <ac:chgData name="Yara Zalat" userId="ccc0323e59cb819f" providerId="LiveId" clId="{6618D68A-4DA5-402C-8903-C93337F81BB6}" dt="2026-05-09T15:46:47.901" v="1903" actId="478"/>
          <ac:spMkLst>
            <pc:docMk/>
            <pc:sldMk cId="0" sldId="285"/>
            <ac:spMk id="1303" creationId="{00000000-0000-0000-0000-000000000000}"/>
          </ac:spMkLst>
        </pc:spChg>
        <pc:spChg chg="mod topLvl">
          <ac:chgData name="Yara Zalat" userId="ccc0323e59cb819f" providerId="LiveId" clId="{6618D68A-4DA5-402C-8903-C93337F81BB6}" dt="2026-05-09T15:47:28.729" v="1910" actId="1076"/>
          <ac:spMkLst>
            <pc:docMk/>
            <pc:sldMk cId="0" sldId="285"/>
            <ac:spMk id="1305" creationId="{00000000-0000-0000-0000-000000000000}"/>
          </ac:spMkLst>
        </pc:spChg>
        <pc:spChg chg="del topLvl">
          <ac:chgData name="Yara Zalat" userId="ccc0323e59cb819f" providerId="LiveId" clId="{6618D68A-4DA5-402C-8903-C93337F81BB6}" dt="2026-05-09T15:47:22.498" v="1909" actId="478"/>
          <ac:spMkLst>
            <pc:docMk/>
            <pc:sldMk cId="0" sldId="285"/>
            <ac:spMk id="1306" creationId="{00000000-0000-0000-0000-000000000000}"/>
          </ac:spMkLst>
        </pc:spChg>
        <pc:grpChg chg="del">
          <ac:chgData name="Yara Zalat" userId="ccc0323e59cb819f" providerId="LiveId" clId="{6618D68A-4DA5-402C-8903-C93337F81BB6}" dt="2026-05-09T15:46:04.851" v="1895" actId="478"/>
          <ac:grpSpMkLst>
            <pc:docMk/>
            <pc:sldMk cId="0" sldId="285"/>
            <ac:grpSpMk id="1288" creationId="{00000000-0000-0000-0000-000000000000}"/>
          </ac:grpSpMkLst>
        </pc:grpChg>
        <pc:grpChg chg="del mod topLvl">
          <ac:chgData name="Yara Zalat" userId="ccc0323e59cb819f" providerId="LiveId" clId="{6618D68A-4DA5-402C-8903-C93337F81BB6}" dt="2026-05-09T15:47:46.170" v="1916" actId="478"/>
          <ac:grpSpMkLst>
            <pc:docMk/>
            <pc:sldMk cId="0" sldId="285"/>
            <ac:grpSpMk id="1290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15:46:42.772" v="1900" actId="478"/>
          <ac:grpSpMkLst>
            <pc:docMk/>
            <pc:sldMk cId="0" sldId="285"/>
            <ac:grpSpMk id="1296" creationId="{00000000-0000-0000-0000-000000000000}"/>
          </ac:grpSpMkLst>
        </pc:grpChg>
        <pc:grpChg chg="del">
          <ac:chgData name="Yara Zalat" userId="ccc0323e59cb819f" providerId="LiveId" clId="{6618D68A-4DA5-402C-8903-C93337F81BB6}" dt="2026-05-09T15:46:47.901" v="1903" actId="478"/>
          <ac:grpSpMkLst>
            <pc:docMk/>
            <pc:sldMk cId="0" sldId="285"/>
            <ac:grpSpMk id="1302" creationId="{00000000-0000-0000-0000-000000000000}"/>
          </ac:grpSpMkLst>
        </pc:grpChg>
        <pc:grpChg chg="del topLvl">
          <ac:chgData name="Yara Zalat" userId="ccc0323e59cb819f" providerId="LiveId" clId="{6618D68A-4DA5-402C-8903-C93337F81BB6}" dt="2026-05-09T15:47:22.498" v="1909" actId="478"/>
          <ac:grpSpMkLst>
            <pc:docMk/>
            <pc:sldMk cId="0" sldId="285"/>
            <ac:grpSpMk id="1304" creationId="{00000000-0000-0000-0000-000000000000}"/>
          </ac:grpSpMkLst>
        </pc:grpChg>
        <pc:grpChg chg="mod">
          <ac:chgData name="Yara Zalat" userId="ccc0323e59cb819f" providerId="LiveId" clId="{6618D68A-4DA5-402C-8903-C93337F81BB6}" dt="2026-05-09T15:47:28.729" v="1910" actId="1076"/>
          <ac:grpSpMkLst>
            <pc:docMk/>
            <pc:sldMk cId="0" sldId="285"/>
            <ac:grpSpMk id="1307" creationId="{00000000-0000-0000-0000-000000000000}"/>
          </ac:grpSpMkLst>
        </pc:grpChg>
        <pc:grpChg chg="mod">
          <ac:chgData name="Yara Zalat" userId="ccc0323e59cb819f" providerId="LiveId" clId="{6618D68A-4DA5-402C-8903-C93337F81BB6}" dt="2026-05-09T15:47:42.953" v="1915" actId="1076"/>
          <ac:grpSpMkLst>
            <pc:docMk/>
            <pc:sldMk cId="0" sldId="285"/>
            <ac:grpSpMk id="1312" creationId="{00000000-0000-0000-0000-000000000000}"/>
          </ac:grpSpMkLst>
        </pc:grpChg>
        <pc:picChg chg="del">
          <ac:chgData name="Yara Zalat" userId="ccc0323e59cb819f" providerId="LiveId" clId="{6618D68A-4DA5-402C-8903-C93337F81BB6}" dt="2026-05-09T15:47:53.560" v="1917" actId="478"/>
          <ac:picMkLst>
            <pc:docMk/>
            <pc:sldMk cId="0" sldId="285"/>
            <ac:picMk id="1293" creationId="{00000000-0000-0000-0000-000000000000}"/>
          </ac:picMkLst>
        </pc:picChg>
      </pc:sldChg>
      <pc:sldChg chg="del">
        <pc:chgData name="Yara Zalat" userId="ccc0323e59cb819f" providerId="LiveId" clId="{6618D68A-4DA5-402C-8903-C93337F81BB6}" dt="2026-05-09T15:52:37.877" v="1954" actId="47"/>
        <pc:sldMkLst>
          <pc:docMk/>
          <pc:sldMk cId="0" sldId="286"/>
        </pc:sldMkLst>
      </pc:sldChg>
      <pc:sldChg chg="modSp mod ord">
        <pc:chgData name="Yara Zalat" userId="ccc0323e59cb819f" providerId="LiveId" clId="{6618D68A-4DA5-402C-8903-C93337F81BB6}" dt="2026-05-09T15:15:07.822" v="1671" actId="1076"/>
        <pc:sldMkLst>
          <pc:docMk/>
          <pc:sldMk cId="685419931" sldId="292"/>
        </pc:sldMkLst>
        <pc:spChg chg="mod">
          <ac:chgData name="Yara Zalat" userId="ccc0323e59cb819f" providerId="LiveId" clId="{6618D68A-4DA5-402C-8903-C93337F81BB6}" dt="2026-05-09T15:15:07.822" v="1671" actId="1076"/>
          <ac:spMkLst>
            <pc:docMk/>
            <pc:sldMk cId="685419931" sldId="292"/>
            <ac:spMk id="190" creationId="{15346453-C3DC-3DDC-C146-F278FE0FF069}"/>
          </ac:spMkLst>
        </pc:spChg>
        <pc:spChg chg="mod">
          <ac:chgData name="Yara Zalat" userId="ccc0323e59cb819f" providerId="LiveId" clId="{6618D68A-4DA5-402C-8903-C93337F81BB6}" dt="2026-05-09T04:20:56.654" v="206"/>
          <ac:spMkLst>
            <pc:docMk/>
            <pc:sldMk cId="685419931" sldId="292"/>
            <ac:spMk id="191" creationId="{1E03EE10-007C-ACAD-F41F-0882FFFA6CE9}"/>
          </ac:spMkLst>
        </pc:spChg>
      </pc:sldChg>
      <pc:sldChg chg="add ord">
        <pc:chgData name="Yara Zalat" userId="ccc0323e59cb819f" providerId="LiveId" clId="{6618D68A-4DA5-402C-8903-C93337F81BB6}" dt="2026-05-09T04:08:32.323" v="11"/>
        <pc:sldMkLst>
          <pc:docMk/>
          <pc:sldMk cId="2343119153" sldId="293"/>
        </pc:sldMkLst>
      </pc:sldChg>
      <pc:sldChg chg="addSp delSp modSp add mod">
        <pc:chgData name="Yara Zalat" userId="ccc0323e59cb819f" providerId="LiveId" clId="{6618D68A-4DA5-402C-8903-C93337F81BB6}" dt="2026-05-09T04:59:09.537" v="700" actId="20577"/>
        <pc:sldMkLst>
          <pc:docMk/>
          <pc:sldMk cId="3969051775" sldId="294"/>
        </pc:sldMkLst>
        <pc:spChg chg="add 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18" creationId="{B40F48E8-2FBF-CA63-93DC-A8FCE2C06BA1}"/>
          </ac:spMkLst>
        </pc:spChg>
        <pc:spChg chg="mod">
          <ac:chgData name="Yara Zalat" userId="ccc0323e59cb819f" providerId="LiveId" clId="{6618D68A-4DA5-402C-8903-C93337F81BB6}" dt="2026-05-09T04:55:24.527" v="665"/>
          <ac:spMkLst>
            <pc:docMk/>
            <pc:sldMk cId="3969051775" sldId="294"/>
            <ac:spMk id="20" creationId="{53FBE3C9-C478-7203-0EB2-6A309FC057F5}"/>
          </ac:spMkLst>
        </pc:spChg>
        <pc:spChg chg="mod">
          <ac:chgData name="Yara Zalat" userId="ccc0323e59cb819f" providerId="LiveId" clId="{6618D68A-4DA5-402C-8903-C93337F81BB6}" dt="2026-05-09T04:57:03.346" v="692" actId="1076"/>
          <ac:spMkLst>
            <pc:docMk/>
            <pc:sldMk cId="3969051775" sldId="294"/>
            <ac:spMk id="21" creationId="{F9700558-DAEE-F365-235A-9562350948CA}"/>
          </ac:spMkLst>
        </pc:spChg>
        <pc:spChg chg="mod">
          <ac:chgData name="Yara Zalat" userId="ccc0323e59cb819f" providerId="LiveId" clId="{6618D68A-4DA5-402C-8903-C93337F81BB6}" dt="2026-05-09T04:59:09.537" v="700" actId="20577"/>
          <ac:spMkLst>
            <pc:docMk/>
            <pc:sldMk cId="3969051775" sldId="294"/>
            <ac:spMk id="34" creationId="{DFFB14CC-86BF-E74F-E290-EA5C1171EFD1}"/>
          </ac:spMkLst>
        </pc:spChg>
        <pc:spChg chg="mod">
          <ac:chgData name="Yara Zalat" userId="ccc0323e59cb819f" providerId="LiveId" clId="{6618D68A-4DA5-402C-8903-C93337F81BB6}" dt="2026-05-09T04:56:18.986" v="679" actId="571"/>
          <ac:spMkLst>
            <pc:docMk/>
            <pc:sldMk cId="3969051775" sldId="294"/>
            <ac:spMk id="35" creationId="{1135E8DD-4CBF-5C4E-7F65-65EF087493DD}"/>
          </ac:spMkLst>
        </pc:spChg>
        <pc:spChg chg="mod">
          <ac:chgData name="Yara Zalat" userId="ccc0323e59cb819f" providerId="LiveId" clId="{6618D68A-4DA5-402C-8903-C93337F81BB6}" dt="2026-05-09T04:56:18.986" v="679" actId="571"/>
          <ac:spMkLst>
            <pc:docMk/>
            <pc:sldMk cId="3969051775" sldId="294"/>
            <ac:spMk id="36" creationId="{CA39DD69-CEAE-6864-FB21-6D785ABA8D23}"/>
          </ac:spMkLst>
        </pc:spChg>
        <pc:spChg chg="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252" creationId="{D8F1B702-E2A6-9E86-D648-38B4FFCFE60A}"/>
          </ac:spMkLst>
        </pc:spChg>
        <pc:spChg chg="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253" creationId="{2E0F6996-3C0F-1530-B774-3198C19C30CC}"/>
          </ac:spMkLst>
        </pc:spChg>
        <pc:spChg chg="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254" creationId="{03993047-040F-CAE0-CBD9-2A8F2B32815C}"/>
          </ac:spMkLst>
        </pc:spChg>
        <pc:spChg chg="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255" creationId="{961C9282-0A14-7E44-4903-88403BA887C9}"/>
          </ac:spMkLst>
        </pc:spChg>
        <pc:spChg chg="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256" creationId="{F130A422-870C-2EC2-B3F6-253294EA2861}"/>
          </ac:spMkLst>
        </pc:spChg>
        <pc:spChg chg="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257" creationId="{0C00B452-3A19-0788-CF7F-4176F3963D25}"/>
          </ac:spMkLst>
        </pc:spChg>
        <pc:spChg chg="add del">
          <ac:chgData name="Yara Zalat" userId="ccc0323e59cb819f" providerId="LiveId" clId="{6618D68A-4DA5-402C-8903-C93337F81BB6}" dt="2026-05-09T04:51:48.427" v="581" actId="478"/>
          <ac:spMkLst>
            <pc:docMk/>
            <pc:sldMk cId="3969051775" sldId="294"/>
            <ac:spMk id="275" creationId="{7536858C-08D4-3743-AB9E-1A7750183D23}"/>
          </ac:spMkLst>
        </pc:spChg>
        <pc:spChg chg="del">
          <ac:chgData name="Yara Zalat" userId="ccc0323e59cb819f" providerId="LiveId" clId="{6618D68A-4DA5-402C-8903-C93337F81BB6}" dt="2026-05-09T04:52:21.131" v="601" actId="478"/>
          <ac:spMkLst>
            <pc:docMk/>
            <pc:sldMk cId="3969051775" sldId="294"/>
            <ac:spMk id="276" creationId="{DA342E34-39BC-40F3-BD11-05D0751484DB}"/>
          </ac:spMkLst>
        </pc:spChg>
        <pc:spChg chg="mod">
          <ac:chgData name="Yara Zalat" userId="ccc0323e59cb819f" providerId="LiveId" clId="{6618D68A-4DA5-402C-8903-C93337F81BB6}" dt="2026-05-09T04:52:05.466" v="600" actId="20577"/>
          <ac:spMkLst>
            <pc:docMk/>
            <pc:sldMk cId="3969051775" sldId="294"/>
            <ac:spMk id="279" creationId="{348854BA-98E7-F456-D55D-92674F8BA477}"/>
          </ac:spMkLst>
        </pc:spChg>
        <pc:spChg chg="mod">
          <ac:chgData name="Yara Zalat" userId="ccc0323e59cb819f" providerId="LiveId" clId="{6618D68A-4DA5-402C-8903-C93337F81BB6}" dt="2026-05-09T04:58:47.223" v="694" actId="1076"/>
          <ac:spMkLst>
            <pc:docMk/>
            <pc:sldMk cId="3969051775" sldId="294"/>
            <ac:spMk id="282" creationId="{C4ACAE5C-D747-AF0B-C286-E2DBAA324C84}"/>
          </ac:spMkLst>
        </pc:spChg>
        <pc:spChg chg="mod">
          <ac:chgData name="Yara Zalat" userId="ccc0323e59cb819f" providerId="LiveId" clId="{6618D68A-4DA5-402C-8903-C93337F81BB6}" dt="2026-05-09T04:53:21.479" v="643" actId="20577"/>
          <ac:spMkLst>
            <pc:docMk/>
            <pc:sldMk cId="3969051775" sldId="294"/>
            <ac:spMk id="285" creationId="{16FBBF2C-3637-36AC-E25D-D9832FDD1A49}"/>
          </ac:spMkLst>
        </pc:spChg>
        <pc:spChg chg="mod">
          <ac:chgData name="Yara Zalat" userId="ccc0323e59cb819f" providerId="LiveId" clId="{6618D68A-4DA5-402C-8903-C93337F81BB6}" dt="2026-05-09T04:53:36.745" v="656" actId="20577"/>
          <ac:spMkLst>
            <pc:docMk/>
            <pc:sldMk cId="3969051775" sldId="294"/>
            <ac:spMk id="288" creationId="{72F44717-2FCE-7526-2346-B639C74C37D7}"/>
          </ac:spMkLst>
        </pc:spChg>
        <pc:grpChg chg="add mod">
          <ac:chgData name="Yara Zalat" userId="ccc0323e59cb819f" providerId="LiveId" clId="{6618D68A-4DA5-402C-8903-C93337F81BB6}" dt="2026-05-09T04:55:28.014" v="666" actId="1076"/>
          <ac:grpSpMkLst>
            <pc:docMk/>
            <pc:sldMk cId="3969051775" sldId="294"/>
            <ac:grpSpMk id="19" creationId="{7C057BFD-7061-7EF2-355F-9E80E916B0EF}"/>
          </ac:grpSpMkLst>
        </pc:grpChg>
        <pc:grpChg chg="add mod">
          <ac:chgData name="Yara Zalat" userId="ccc0323e59cb819f" providerId="LiveId" clId="{6618D68A-4DA5-402C-8903-C93337F81BB6}" dt="2026-05-09T04:56:18.986" v="679" actId="571"/>
          <ac:grpSpMkLst>
            <pc:docMk/>
            <pc:sldMk cId="3969051775" sldId="294"/>
            <ac:grpSpMk id="33" creationId="{C05E63D8-297E-A220-0394-0AE2D44F7702}"/>
          </ac:grpSpMkLst>
        </pc:grpChg>
        <pc:grpChg chg="del">
          <ac:chgData name="Yara Zalat" userId="ccc0323e59cb819f" providerId="LiveId" clId="{6618D68A-4DA5-402C-8903-C93337F81BB6}" dt="2026-05-09T04:54:03.281" v="657" actId="478"/>
          <ac:grpSpMkLst>
            <pc:docMk/>
            <pc:sldMk cId="3969051775" sldId="294"/>
            <ac:grpSpMk id="262" creationId="{573EDE0F-8CED-A6D1-1691-6C007E9F2463}"/>
          </ac:grpSpMkLst>
        </pc:grpChg>
        <pc:grpChg chg="del">
          <ac:chgData name="Yara Zalat" userId="ccc0323e59cb819f" providerId="LiveId" clId="{6618D68A-4DA5-402C-8903-C93337F81BB6}" dt="2026-05-09T04:54:06.172" v="658" actId="478"/>
          <ac:grpSpMkLst>
            <pc:docMk/>
            <pc:sldMk cId="3969051775" sldId="294"/>
            <ac:grpSpMk id="272" creationId="{C8B23EC4-3A3B-E47B-E5F6-A1E0652DE960}"/>
          </ac:grpSpMkLst>
        </pc:grpChg>
        <pc:grpChg chg="mod">
          <ac:chgData name="Yara Zalat" userId="ccc0323e59cb819f" providerId="LiveId" clId="{6618D68A-4DA5-402C-8903-C93337F81BB6}" dt="2026-05-09T04:55:00.973" v="663" actId="1076"/>
          <ac:grpSpMkLst>
            <pc:docMk/>
            <pc:sldMk cId="3969051775" sldId="294"/>
            <ac:grpSpMk id="277" creationId="{7A8265FF-5BF4-A425-B1DB-55C3913A04F2}"/>
          </ac:grpSpMkLst>
        </pc:grpChg>
        <pc:grpChg chg="mod">
          <ac:chgData name="Yara Zalat" userId="ccc0323e59cb819f" providerId="LiveId" clId="{6618D68A-4DA5-402C-8903-C93337F81BB6}" dt="2026-05-09T04:55:10.721" v="664" actId="1076"/>
          <ac:grpSpMkLst>
            <pc:docMk/>
            <pc:sldMk cId="3969051775" sldId="294"/>
            <ac:grpSpMk id="283" creationId="{27984F92-9C29-47A7-B8B7-20F8A4787828}"/>
          </ac:grpSpMkLst>
        </pc:grpChg>
        <pc:grpChg chg="mod">
          <ac:chgData name="Yara Zalat" userId="ccc0323e59cb819f" providerId="LiveId" clId="{6618D68A-4DA5-402C-8903-C93337F81BB6}" dt="2026-05-09T04:58:47.223" v="694" actId="1076"/>
          <ac:grpSpMkLst>
            <pc:docMk/>
            <pc:sldMk cId="3969051775" sldId="294"/>
            <ac:grpSpMk id="286" creationId="{0CBEEF7C-A7C1-7B3D-F38A-A72E4ED268CD}"/>
          </ac:grpSpMkLst>
        </pc:grpChg>
        <pc:cxnChg chg="add mod">
          <ac:chgData name="Yara Zalat" userId="ccc0323e59cb819f" providerId="LiveId" clId="{6618D68A-4DA5-402C-8903-C93337F81BB6}" dt="2026-05-09T04:57:03.346" v="692" actId="1076"/>
          <ac:cxnSpMkLst>
            <pc:docMk/>
            <pc:sldMk cId="3969051775" sldId="294"/>
            <ac:cxnSpMk id="22" creationId="{4AB67659-231B-AC3E-A344-24D0AAAED713}"/>
          </ac:cxnSpMkLst>
        </pc:cxnChg>
        <pc:cxnChg chg="add del mod">
          <ac:chgData name="Yara Zalat" userId="ccc0323e59cb819f" providerId="LiveId" clId="{6618D68A-4DA5-402C-8903-C93337F81BB6}" dt="2026-05-09T04:55:36.159" v="667" actId="478"/>
          <ac:cxnSpMkLst>
            <pc:docMk/>
            <pc:sldMk cId="3969051775" sldId="294"/>
            <ac:cxnSpMk id="23" creationId="{A7CB2BCF-6903-BE55-0E9B-AA6ECF43F7F4}"/>
          </ac:cxnSpMkLst>
        </pc:cxnChg>
        <pc:cxnChg chg="add mod">
          <ac:chgData name="Yara Zalat" userId="ccc0323e59cb819f" providerId="LiveId" clId="{6618D68A-4DA5-402C-8903-C93337F81BB6}" dt="2026-05-09T04:56:13.154" v="677" actId="1076"/>
          <ac:cxnSpMkLst>
            <pc:docMk/>
            <pc:sldMk cId="3969051775" sldId="294"/>
            <ac:cxnSpMk id="26" creationId="{0B4204A8-82F7-0BFF-71EC-3EA12BCF0850}"/>
          </ac:cxnSpMkLst>
        </pc:cxnChg>
        <pc:cxnChg chg="mod">
          <ac:chgData name="Yara Zalat" userId="ccc0323e59cb819f" providerId="LiveId" clId="{6618D68A-4DA5-402C-8903-C93337F81BB6}" dt="2026-05-09T04:55:00.973" v="663" actId="1076"/>
          <ac:cxnSpMkLst>
            <pc:docMk/>
            <pc:sldMk cId="3969051775" sldId="294"/>
            <ac:cxnSpMk id="258" creationId="{D642B736-454F-9200-2EAE-E5D9735AF031}"/>
          </ac:cxnSpMkLst>
        </pc:cxnChg>
        <pc:cxnChg chg="mod">
          <ac:chgData name="Yara Zalat" userId="ccc0323e59cb819f" providerId="LiveId" clId="{6618D68A-4DA5-402C-8903-C93337F81BB6}" dt="2026-05-09T04:55:10.721" v="664" actId="1076"/>
          <ac:cxnSpMkLst>
            <pc:docMk/>
            <pc:sldMk cId="3969051775" sldId="294"/>
            <ac:cxnSpMk id="259" creationId="{CC17FC9A-BFE5-CE15-9E0D-20552D9233AB}"/>
          </ac:cxnSpMkLst>
        </pc:cxnChg>
        <pc:cxnChg chg="mod">
          <ac:chgData name="Yara Zalat" userId="ccc0323e59cb819f" providerId="LiveId" clId="{6618D68A-4DA5-402C-8903-C93337F81BB6}" dt="2026-05-09T04:55:00.973" v="663" actId="1076"/>
          <ac:cxnSpMkLst>
            <pc:docMk/>
            <pc:sldMk cId="3969051775" sldId="294"/>
            <ac:cxnSpMk id="260" creationId="{0C218854-BD9B-6836-4431-3738503D6DD0}"/>
          </ac:cxnSpMkLst>
        </pc:cxnChg>
        <pc:cxnChg chg="mod">
          <ac:chgData name="Yara Zalat" userId="ccc0323e59cb819f" providerId="LiveId" clId="{6618D68A-4DA5-402C-8903-C93337F81BB6}" dt="2026-05-09T04:55:10.721" v="664" actId="1076"/>
          <ac:cxnSpMkLst>
            <pc:docMk/>
            <pc:sldMk cId="3969051775" sldId="294"/>
            <ac:cxnSpMk id="261" creationId="{7DC278B2-6791-199E-0C3D-D84087CA828F}"/>
          </ac:cxnSpMkLst>
        </pc:cxnChg>
        <pc:cxnChg chg="mod">
          <ac:chgData name="Yara Zalat" userId="ccc0323e59cb819f" providerId="LiveId" clId="{6618D68A-4DA5-402C-8903-C93337F81BB6}" dt="2026-05-09T04:55:00.973" v="663" actId="1076"/>
          <ac:cxnSpMkLst>
            <pc:docMk/>
            <pc:sldMk cId="3969051775" sldId="294"/>
            <ac:cxnSpMk id="289" creationId="{3E5E7D4B-4596-75A0-0231-CCE14D9A10C9}"/>
          </ac:cxnSpMkLst>
        </pc:cxnChg>
        <pc:cxnChg chg="mod">
          <ac:chgData name="Yara Zalat" userId="ccc0323e59cb819f" providerId="LiveId" clId="{6618D68A-4DA5-402C-8903-C93337F81BB6}" dt="2026-05-09T04:55:10.721" v="664" actId="1076"/>
          <ac:cxnSpMkLst>
            <pc:docMk/>
            <pc:sldMk cId="3969051775" sldId="294"/>
            <ac:cxnSpMk id="290" creationId="{CF65E730-86DE-8882-2392-C5BC5B3EBAA5}"/>
          </ac:cxnSpMkLst>
        </pc:cxnChg>
        <pc:cxnChg chg="mod">
          <ac:chgData name="Yara Zalat" userId="ccc0323e59cb819f" providerId="LiveId" clId="{6618D68A-4DA5-402C-8903-C93337F81BB6}" dt="2026-05-09T04:55:10.721" v="664" actId="1076"/>
          <ac:cxnSpMkLst>
            <pc:docMk/>
            <pc:sldMk cId="3969051775" sldId="294"/>
            <ac:cxnSpMk id="291" creationId="{B20A125C-3AD9-A009-1FFD-015FE9C3ADB4}"/>
          </ac:cxnSpMkLst>
        </pc:cxnChg>
        <pc:cxnChg chg="mod">
          <ac:chgData name="Yara Zalat" userId="ccc0323e59cb819f" providerId="LiveId" clId="{6618D68A-4DA5-402C-8903-C93337F81BB6}" dt="2026-05-09T04:55:00.973" v="663" actId="1076"/>
          <ac:cxnSpMkLst>
            <pc:docMk/>
            <pc:sldMk cId="3969051775" sldId="294"/>
            <ac:cxnSpMk id="292" creationId="{1004D4CB-3D1F-7ECD-FBAF-2EE593FB6E5F}"/>
          </ac:cxnSpMkLst>
        </pc:cxnChg>
        <pc:cxnChg chg="mod">
          <ac:chgData name="Yara Zalat" userId="ccc0323e59cb819f" providerId="LiveId" clId="{6618D68A-4DA5-402C-8903-C93337F81BB6}" dt="2026-05-09T04:55:00.973" v="663" actId="1076"/>
          <ac:cxnSpMkLst>
            <pc:docMk/>
            <pc:sldMk cId="3969051775" sldId="294"/>
            <ac:cxnSpMk id="293" creationId="{AF506CE9-C59E-83E0-0360-F9DFCC4D2C1F}"/>
          </ac:cxnSpMkLst>
        </pc:cxnChg>
        <pc:cxnChg chg="mod">
          <ac:chgData name="Yara Zalat" userId="ccc0323e59cb819f" providerId="LiveId" clId="{6618D68A-4DA5-402C-8903-C93337F81BB6}" dt="2026-05-09T04:55:10.721" v="664" actId="1076"/>
          <ac:cxnSpMkLst>
            <pc:docMk/>
            <pc:sldMk cId="3969051775" sldId="294"/>
            <ac:cxnSpMk id="294" creationId="{45244C55-24C7-993B-BF33-8E7CFDE49464}"/>
          </ac:cxnSpMkLst>
        </pc:cxnChg>
        <pc:cxnChg chg="mod">
          <ac:chgData name="Yara Zalat" userId="ccc0323e59cb819f" providerId="LiveId" clId="{6618D68A-4DA5-402C-8903-C93337F81BB6}" dt="2026-05-09T04:55:10.721" v="664" actId="1076"/>
          <ac:cxnSpMkLst>
            <pc:docMk/>
            <pc:sldMk cId="3969051775" sldId="294"/>
            <ac:cxnSpMk id="295" creationId="{DC98F0D3-BBFB-B5E5-6AA7-E2DFBBC490A7}"/>
          </ac:cxnSpMkLst>
        </pc:cxnChg>
      </pc:sldChg>
      <pc:sldChg chg="addSp delSp modSp add mod ord">
        <pc:chgData name="Yara Zalat" userId="ccc0323e59cb819f" providerId="LiveId" clId="{6618D68A-4DA5-402C-8903-C93337F81BB6}" dt="2026-05-09T04:48:23.747" v="550" actId="1076"/>
        <pc:sldMkLst>
          <pc:docMk/>
          <pc:sldMk cId="224631311" sldId="295"/>
        </pc:sldMkLst>
        <pc:spChg chg="add del">
          <ac:chgData name="Yara Zalat" userId="ccc0323e59cb819f" providerId="LiveId" clId="{6618D68A-4DA5-402C-8903-C93337F81BB6}" dt="2026-05-09T04:42:39.473" v="451" actId="22"/>
          <ac:spMkLst>
            <pc:docMk/>
            <pc:sldMk cId="224631311" sldId="295"/>
            <ac:spMk id="3" creationId="{E8CD5F65-0946-5569-444A-780A1D23EBCF}"/>
          </ac:spMkLst>
        </pc:spChg>
        <pc:spChg chg="add mod">
          <ac:chgData name="Yara Zalat" userId="ccc0323e59cb819f" providerId="LiveId" clId="{6618D68A-4DA5-402C-8903-C93337F81BB6}" dt="2026-05-09T04:48:23.747" v="550" actId="1076"/>
          <ac:spMkLst>
            <pc:docMk/>
            <pc:sldMk cId="224631311" sldId="295"/>
            <ac:spMk id="4" creationId="{03AFE7E1-A535-D27A-41CD-7674629F5FC3}"/>
          </ac:spMkLst>
        </pc:spChg>
        <pc:spChg chg="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6" creationId="{48A0F43F-CCC4-AD5F-0E5D-E6129C5415F9}"/>
          </ac:spMkLst>
        </pc:spChg>
        <pc:spChg chg="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7" creationId="{0A1ACB27-C395-454F-A45F-66D2770B98B3}"/>
          </ac:spMkLst>
        </pc:spChg>
        <pc:spChg chg="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8" creationId="{AF850C0D-9F0C-DD28-BF67-77DBC2C1E0A4}"/>
          </ac:spMkLst>
        </pc:spChg>
        <pc:spChg chg="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10" creationId="{97EFD147-5002-CC9F-9F9B-D5356AAD86D2}"/>
          </ac:spMkLst>
        </pc:spChg>
        <pc:spChg chg="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11" creationId="{5F031554-6ECB-92AE-D95D-8E5565434CAF}"/>
          </ac:spMkLst>
        </pc:spChg>
        <pc:spChg chg="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12" creationId="{7788DD65-AE94-BC4C-A5F0-E7D2D4261BD9}"/>
          </ac:spMkLst>
        </pc:spChg>
        <pc:spChg chg="add 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13" creationId="{923F6729-6AC5-2E5B-15D1-FF8AD5122DFA}"/>
          </ac:spMkLst>
        </pc:spChg>
        <pc:spChg chg="add 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14" creationId="{1993EB46-ECD7-4ADD-C39A-ADB62D7071AE}"/>
          </ac:spMkLst>
        </pc:spChg>
        <pc:spChg chg="add mod">
          <ac:chgData name="Yara Zalat" userId="ccc0323e59cb819f" providerId="LiveId" clId="{6618D68A-4DA5-402C-8903-C93337F81BB6}" dt="2026-05-09T04:42:53.355" v="452"/>
          <ac:spMkLst>
            <pc:docMk/>
            <pc:sldMk cId="224631311" sldId="295"/>
            <ac:spMk id="15" creationId="{58A0D11D-13F5-27A1-C0B4-2E8FBB0BB383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34" creationId="{208D56EA-4354-9945-971D-867DE57F638B}"/>
          </ac:spMkLst>
        </pc:spChg>
        <pc:spChg chg="del mod">
          <ac:chgData name="Yara Zalat" userId="ccc0323e59cb819f" providerId="LiveId" clId="{6618D68A-4DA5-402C-8903-C93337F81BB6}" dt="2026-05-09T04:41:59.330" v="449" actId="478"/>
          <ac:spMkLst>
            <pc:docMk/>
            <pc:sldMk cId="224631311" sldId="295"/>
            <ac:spMk id="253" creationId="{B159F2D8-13B5-9AD8-4FD5-6838BA1B8DE8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254" creationId="{11D7E211-90AD-4C69-AA03-5BC3E89374D5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255" creationId="{0C4BA1FF-2F9F-E386-B8CB-6A3F6EC5C495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256" creationId="{F97F03EB-DE74-03EC-70CF-E854BDEAE964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257" creationId="{4DF2A0F1-2BDC-AA5E-81E0-4E83EEC220A8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275" creationId="{549E2E36-4DAD-240E-50DE-67BF1BFEF9E2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276" creationId="{850F057F-0BCB-58BB-F846-BFB970609B09}"/>
          </ac:spMkLst>
        </pc:spChg>
        <pc:spChg chg="del">
          <ac:chgData name="Yara Zalat" userId="ccc0323e59cb819f" providerId="LiveId" clId="{6618D68A-4DA5-402C-8903-C93337F81BB6}" dt="2026-05-09T04:41:51.956" v="447" actId="478"/>
          <ac:spMkLst>
            <pc:docMk/>
            <pc:sldMk cId="224631311" sldId="295"/>
            <ac:spMk id="282" creationId="{97EF4EB9-6A3A-53A6-9A84-1F845A24EA8C}"/>
          </ac:spMkLst>
        </pc:spChg>
        <pc:grpChg chg="del">
          <ac:chgData name="Yara Zalat" userId="ccc0323e59cb819f" providerId="LiveId" clId="{6618D68A-4DA5-402C-8903-C93337F81BB6}" dt="2026-05-09T04:41:51.956" v="447" actId="478"/>
          <ac:grpSpMkLst>
            <pc:docMk/>
            <pc:sldMk cId="224631311" sldId="295"/>
            <ac:grpSpMk id="277" creationId="{A348E913-4DBB-C8D3-3715-44614A39E489}"/>
          </ac:grpSpMkLst>
        </pc:grpChg>
        <pc:grpChg chg="del">
          <ac:chgData name="Yara Zalat" userId="ccc0323e59cb819f" providerId="LiveId" clId="{6618D68A-4DA5-402C-8903-C93337F81BB6}" dt="2026-05-09T04:41:51.956" v="447" actId="478"/>
          <ac:grpSpMkLst>
            <pc:docMk/>
            <pc:sldMk cId="224631311" sldId="295"/>
            <ac:grpSpMk id="283" creationId="{C7A8395B-9A5D-BA2B-81CF-BDF4F549B219}"/>
          </ac:grpSpMkLst>
        </pc:grpChg>
      </pc:sldChg>
      <pc:sldChg chg="addSp delSp modSp add del mod ord">
        <pc:chgData name="Yara Zalat" userId="ccc0323e59cb819f" providerId="LiveId" clId="{6618D68A-4DA5-402C-8903-C93337F81BB6}" dt="2026-05-09T04:38:59.320" v="432" actId="47"/>
        <pc:sldMkLst>
          <pc:docMk/>
          <pc:sldMk cId="3465231465" sldId="295"/>
        </pc:sldMkLst>
        <pc:spChg chg="add del mod">
          <ac:chgData name="Yara Zalat" userId="ccc0323e59cb819f" providerId="LiveId" clId="{6618D68A-4DA5-402C-8903-C93337F81BB6}" dt="2026-05-09T04:37:27.185" v="431" actId="478"/>
          <ac:spMkLst>
            <pc:docMk/>
            <pc:sldMk cId="3465231465" sldId="295"/>
            <ac:spMk id="3" creationId="{7826F02A-35A3-A382-20CD-B495C937462A}"/>
          </ac:spMkLst>
        </pc:spChg>
        <pc:spChg chg="del mod">
          <ac:chgData name="Yara Zalat" userId="ccc0323e59cb819f" providerId="LiveId" clId="{6618D68A-4DA5-402C-8903-C93337F81BB6}" dt="2026-05-09T04:37:21.895" v="429" actId="478"/>
          <ac:spMkLst>
            <pc:docMk/>
            <pc:sldMk cId="3465231465" sldId="295"/>
            <ac:spMk id="190" creationId="{67CDBBF9-6D93-4D53-9CC4-BC187C173961}"/>
          </ac:spMkLst>
        </pc:spChg>
      </pc:sldChg>
      <pc:sldChg chg="addSp delSp modSp add mod ord">
        <pc:chgData name="Yara Zalat" userId="ccc0323e59cb819f" providerId="LiveId" clId="{6618D68A-4DA5-402C-8903-C93337F81BB6}" dt="2026-05-09T15:20:51.464" v="1683" actId="20577"/>
        <pc:sldMkLst>
          <pc:docMk/>
          <pc:sldMk cId="2505091529" sldId="296"/>
        </pc:sldMkLst>
        <pc:spChg chg="add">
          <ac:chgData name="Yara Zalat" userId="ccc0323e59cb819f" providerId="LiveId" clId="{6618D68A-4DA5-402C-8903-C93337F81BB6}" dt="2026-05-09T05:06:51.261" v="813"/>
          <ac:spMkLst>
            <pc:docMk/>
            <pc:sldMk cId="2505091529" sldId="296"/>
            <ac:spMk id="2" creationId="{44DB2E38-ECF3-27AB-97C9-44B2B461868F}"/>
          </ac:spMkLst>
        </pc:spChg>
        <pc:spChg chg="add">
          <ac:chgData name="Yara Zalat" userId="ccc0323e59cb819f" providerId="LiveId" clId="{6618D68A-4DA5-402C-8903-C93337F81BB6}" dt="2026-05-09T15:20:42.097" v="1680"/>
          <ac:spMkLst>
            <pc:docMk/>
            <pc:sldMk cId="2505091529" sldId="296"/>
            <ac:spMk id="2" creationId="{8961C8C9-F1C4-7B9F-3192-0498847783F7}"/>
          </ac:spMkLst>
        </pc:spChg>
        <pc:spChg chg="add">
          <ac:chgData name="Yara Zalat" userId="ccc0323e59cb819f" providerId="LiveId" clId="{6618D68A-4DA5-402C-8903-C93337F81BB6}" dt="2026-05-09T05:07:03.743" v="814"/>
          <ac:spMkLst>
            <pc:docMk/>
            <pc:sldMk cId="2505091529" sldId="296"/>
            <ac:spMk id="3" creationId="{299B3453-DE21-66F1-4F52-F8C287E45059}"/>
          </ac:spMkLst>
        </pc:spChg>
        <pc:spChg chg="add">
          <ac:chgData name="Yara Zalat" userId="ccc0323e59cb819f" providerId="LiveId" clId="{6618D68A-4DA5-402C-8903-C93337F81BB6}" dt="2026-05-09T05:10:36.879" v="905"/>
          <ac:spMkLst>
            <pc:docMk/>
            <pc:sldMk cId="2505091529" sldId="296"/>
            <ac:spMk id="4" creationId="{C60A0D81-50A8-107C-20F6-9B93297F9FB2}"/>
          </ac:spMkLst>
        </pc:spChg>
        <pc:spChg chg="mod">
          <ac:chgData name="Yara Zalat" userId="ccc0323e59cb819f" providerId="LiveId" clId="{6618D68A-4DA5-402C-8903-C93337F81BB6}" dt="2026-05-09T05:13:18.145" v="1065" actId="14100"/>
          <ac:spMkLst>
            <pc:docMk/>
            <pc:sldMk cId="2505091529" sldId="296"/>
            <ac:spMk id="190" creationId="{B24CE955-740E-23F4-5033-0074337E6215}"/>
          </ac:spMkLst>
        </pc:spChg>
        <pc:spChg chg="mod">
          <ac:chgData name="Yara Zalat" userId="ccc0323e59cb819f" providerId="LiveId" clId="{6618D68A-4DA5-402C-8903-C93337F81BB6}" dt="2026-05-09T15:20:51.464" v="1683" actId="20577"/>
          <ac:spMkLst>
            <pc:docMk/>
            <pc:sldMk cId="2505091529" sldId="296"/>
            <ac:spMk id="191" creationId="{F9370871-D879-64C9-D691-103DFC01228C}"/>
          </ac:spMkLst>
        </pc:spChg>
        <pc:spChg chg="del">
          <ac:chgData name="Yara Zalat" userId="ccc0323e59cb819f" providerId="LiveId" clId="{6618D68A-4DA5-402C-8903-C93337F81BB6}" dt="2026-05-09T05:12:49.643" v="1059" actId="478"/>
          <ac:spMkLst>
            <pc:docMk/>
            <pc:sldMk cId="2505091529" sldId="296"/>
            <ac:spMk id="200" creationId="{45E85FE5-BB7F-5903-B4CF-7D908DB1684F}"/>
          </ac:spMkLst>
        </pc:spChg>
        <pc:spChg chg="del">
          <ac:chgData name="Yara Zalat" userId="ccc0323e59cb819f" providerId="LiveId" clId="{6618D68A-4DA5-402C-8903-C93337F81BB6}" dt="2026-05-09T05:12:56.256" v="1062" actId="478"/>
          <ac:spMkLst>
            <pc:docMk/>
            <pc:sldMk cId="2505091529" sldId="296"/>
            <ac:spMk id="201" creationId="{0571F0CE-F5F6-ADF0-241C-2F8488957860}"/>
          </ac:spMkLst>
        </pc:spChg>
        <pc:grpChg chg="del">
          <ac:chgData name="Yara Zalat" userId="ccc0323e59cb819f" providerId="LiveId" clId="{6618D68A-4DA5-402C-8903-C93337F81BB6}" dt="2026-05-09T05:12:44.078" v="1056" actId="478"/>
          <ac:grpSpMkLst>
            <pc:docMk/>
            <pc:sldMk cId="2505091529" sldId="296"/>
            <ac:grpSpMk id="196" creationId="{46216B96-BDAD-2833-915F-59B49F938939}"/>
          </ac:grpSpMkLst>
        </pc:grpChg>
      </pc:sldChg>
      <pc:sldChg chg="addSp delSp modSp add mod">
        <pc:chgData name="Yara Zalat" userId="ccc0323e59cb819f" providerId="LiveId" clId="{6618D68A-4DA5-402C-8903-C93337F81BB6}" dt="2026-05-09T15:15:29.052" v="1672"/>
        <pc:sldMkLst>
          <pc:docMk/>
          <pc:sldMk cId="435284773" sldId="297"/>
        </pc:sldMkLst>
        <pc:spChg chg="add del mod">
          <ac:chgData name="Yara Zalat" userId="ccc0323e59cb819f" providerId="LiveId" clId="{6618D68A-4DA5-402C-8903-C93337F81BB6}" dt="2026-05-09T15:05:44.530" v="1652" actId="478"/>
          <ac:spMkLst>
            <pc:docMk/>
            <pc:sldMk cId="435284773" sldId="297"/>
            <ac:spMk id="2" creationId="{0540459F-D11B-0B3C-4F0D-8977BD4AADDA}"/>
          </ac:spMkLst>
        </pc:spChg>
        <pc:spChg chg="add mod">
          <ac:chgData name="Yara Zalat" userId="ccc0323e59cb819f" providerId="LiveId" clId="{6618D68A-4DA5-402C-8903-C93337F81BB6}" dt="2026-05-09T15:06:36.112" v="1669" actId="20577"/>
          <ac:spMkLst>
            <pc:docMk/>
            <pc:sldMk cId="435284773" sldId="297"/>
            <ac:spMk id="3" creationId="{F2AAB7E6-C9D2-1220-990A-EEBEC8E92CF3}"/>
          </ac:spMkLst>
        </pc:spChg>
        <pc:spChg chg="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5" creationId="{529F22FC-119E-4382-F43F-1BC788CB99D6}"/>
          </ac:spMkLst>
        </pc:spChg>
        <pc:spChg chg="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6" creationId="{71905879-09E9-D1CA-ABA7-99E29530537E}"/>
          </ac:spMkLst>
        </pc:spChg>
        <pc:spChg chg="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7" creationId="{5567D77E-08EF-246A-F6A4-EEB4BC6A4769}"/>
          </ac:spMkLst>
        </pc:spChg>
        <pc:spChg chg="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9" creationId="{DCF13D0A-87D8-A1DF-A16D-85F13D83B8EE}"/>
          </ac:spMkLst>
        </pc:spChg>
        <pc:spChg chg="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10" creationId="{D8A6D0AF-C226-E3E1-9747-6FE93BFA78F0}"/>
          </ac:spMkLst>
        </pc:spChg>
        <pc:spChg chg="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11" creationId="{4F069E78-8AC4-23A4-0BD7-D3051ECF9C94}"/>
          </ac:spMkLst>
        </pc:spChg>
        <pc:spChg chg="add 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12" creationId="{F472C2AE-8B90-879B-A443-ED92671C061B}"/>
          </ac:spMkLst>
        </pc:spChg>
        <pc:spChg chg="add 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13" creationId="{551C7107-7C4B-A17C-7FC9-8D0D0506A809}"/>
          </ac:spMkLst>
        </pc:spChg>
        <pc:spChg chg="add mod">
          <ac:chgData name="Yara Zalat" userId="ccc0323e59cb819f" providerId="LiveId" clId="{6618D68A-4DA5-402C-8903-C93337F81BB6}" dt="2026-05-09T15:15:29.052" v="1672"/>
          <ac:spMkLst>
            <pc:docMk/>
            <pc:sldMk cId="435284773" sldId="297"/>
            <ac:spMk id="14" creationId="{E08AEC54-F5CF-7562-E1ED-F6D907A76F4E}"/>
          </ac:spMkLst>
        </pc:spChg>
        <pc:spChg chg="del">
          <ac:chgData name="Yara Zalat" userId="ccc0323e59cb819f" providerId="LiveId" clId="{6618D68A-4DA5-402C-8903-C93337F81BB6}" dt="2026-05-09T15:02:52.483" v="1636" actId="478"/>
          <ac:spMkLst>
            <pc:docMk/>
            <pc:sldMk cId="435284773" sldId="297"/>
            <ac:spMk id="208" creationId="{DC416D4A-F873-C299-D9AE-19AA7889079D}"/>
          </ac:spMkLst>
        </pc:spChg>
        <pc:spChg chg="del topLvl">
          <ac:chgData name="Yara Zalat" userId="ccc0323e59cb819f" providerId="LiveId" clId="{6618D68A-4DA5-402C-8903-C93337F81BB6}" dt="2026-05-09T15:02:48.764" v="1635" actId="478"/>
          <ac:spMkLst>
            <pc:docMk/>
            <pc:sldMk cId="435284773" sldId="297"/>
            <ac:spMk id="210" creationId="{5A3D4C09-1FCA-A597-4826-058ED37D8E66}"/>
          </ac:spMkLst>
        </pc:spChg>
        <pc:spChg chg="del mod topLvl">
          <ac:chgData name="Yara Zalat" userId="ccc0323e59cb819f" providerId="LiveId" clId="{6618D68A-4DA5-402C-8903-C93337F81BB6}" dt="2026-05-09T15:02:46.003" v="1634" actId="478"/>
          <ac:spMkLst>
            <pc:docMk/>
            <pc:sldMk cId="435284773" sldId="297"/>
            <ac:spMk id="211" creationId="{AF6F3975-D661-1C59-15B7-688AC405BCDB}"/>
          </ac:spMkLst>
        </pc:spChg>
        <pc:spChg chg="del">
          <ac:chgData name="Yara Zalat" userId="ccc0323e59cb819f" providerId="LiveId" clId="{6618D68A-4DA5-402C-8903-C93337F81BB6}" dt="2026-05-09T15:02:52.483" v="1636" actId="478"/>
          <ac:spMkLst>
            <pc:docMk/>
            <pc:sldMk cId="435284773" sldId="297"/>
            <ac:spMk id="212" creationId="{18388DE9-159E-B74F-F6B3-B5CC45994352}"/>
          </ac:spMkLst>
        </pc:spChg>
        <pc:spChg chg="del">
          <ac:chgData name="Yara Zalat" userId="ccc0323e59cb819f" providerId="LiveId" clId="{6618D68A-4DA5-402C-8903-C93337F81BB6}" dt="2026-05-09T15:02:52.483" v="1636" actId="478"/>
          <ac:spMkLst>
            <pc:docMk/>
            <pc:sldMk cId="435284773" sldId="297"/>
            <ac:spMk id="213" creationId="{1C9C54C7-6910-9379-0B7E-C5798BD8A496}"/>
          </ac:spMkLst>
        </pc:spChg>
        <pc:spChg chg="del">
          <ac:chgData name="Yara Zalat" userId="ccc0323e59cb819f" providerId="LiveId" clId="{6618D68A-4DA5-402C-8903-C93337F81BB6}" dt="2026-05-09T15:02:52.483" v="1636" actId="478"/>
          <ac:spMkLst>
            <pc:docMk/>
            <pc:sldMk cId="435284773" sldId="297"/>
            <ac:spMk id="214" creationId="{E29F9B9F-6AD5-A76E-1B4F-8D2241F44760}"/>
          </ac:spMkLst>
        </pc:spChg>
        <pc:spChg chg="del">
          <ac:chgData name="Yara Zalat" userId="ccc0323e59cb819f" providerId="LiveId" clId="{6618D68A-4DA5-402C-8903-C93337F81BB6}" dt="2026-05-09T15:02:52.483" v="1636" actId="478"/>
          <ac:spMkLst>
            <pc:docMk/>
            <pc:sldMk cId="435284773" sldId="297"/>
            <ac:spMk id="215" creationId="{3F947311-40E1-87E6-391B-F1F028E6E901}"/>
          </ac:spMkLst>
        </pc:spChg>
        <pc:spChg chg="del">
          <ac:chgData name="Yara Zalat" userId="ccc0323e59cb819f" providerId="LiveId" clId="{6618D68A-4DA5-402C-8903-C93337F81BB6}" dt="2026-05-09T15:02:52.483" v="1636" actId="478"/>
          <ac:spMkLst>
            <pc:docMk/>
            <pc:sldMk cId="435284773" sldId="297"/>
            <ac:spMk id="216" creationId="{7B9D3027-D83F-D098-067E-EBBD6AD89FA6}"/>
          </ac:spMkLst>
        </pc:spChg>
        <pc:spChg chg="del">
          <ac:chgData name="Yara Zalat" userId="ccc0323e59cb819f" providerId="LiveId" clId="{6618D68A-4DA5-402C-8903-C93337F81BB6}" dt="2026-05-09T15:02:52.483" v="1636" actId="478"/>
          <ac:spMkLst>
            <pc:docMk/>
            <pc:sldMk cId="435284773" sldId="297"/>
            <ac:spMk id="217" creationId="{AC963C9F-0A20-2F8B-F5C2-CB6C59611209}"/>
          </ac:spMkLst>
        </pc:spChg>
        <pc:spChg chg="mod">
          <ac:chgData name="Yara Zalat" userId="ccc0323e59cb819f" providerId="LiveId" clId="{6618D68A-4DA5-402C-8903-C93337F81BB6}" dt="2026-05-09T15:04:09.744" v="1640" actId="6549"/>
          <ac:spMkLst>
            <pc:docMk/>
            <pc:sldMk cId="435284773" sldId="297"/>
            <ac:spMk id="229" creationId="{1AC71A66-DB85-217F-0736-792A0F20A2D5}"/>
          </ac:spMkLst>
        </pc:spChg>
        <pc:spChg chg="mod">
          <ac:chgData name="Yara Zalat" userId="ccc0323e59cb819f" providerId="LiveId" clId="{6618D68A-4DA5-402C-8903-C93337F81BB6}" dt="2026-05-09T15:05:36.306" v="1650" actId="1076"/>
          <ac:spMkLst>
            <pc:docMk/>
            <pc:sldMk cId="435284773" sldId="297"/>
            <ac:spMk id="247" creationId="{4EF6A721-D4D1-FB17-EC40-7324FBF24E09}"/>
          </ac:spMkLst>
        </pc:spChg>
        <pc:grpChg chg="add mod">
          <ac:chgData name="Yara Zalat" userId="ccc0323e59cb819f" providerId="LiveId" clId="{6618D68A-4DA5-402C-8903-C93337F81BB6}" dt="2026-05-09T15:15:29.052" v="1672"/>
          <ac:grpSpMkLst>
            <pc:docMk/>
            <pc:sldMk cId="435284773" sldId="297"/>
            <ac:grpSpMk id="4" creationId="{016120AD-C47E-07C8-75D8-6EA43CDB0D1B}"/>
          </ac:grpSpMkLst>
        </pc:grpChg>
        <pc:grpChg chg="del">
          <ac:chgData name="Yara Zalat" userId="ccc0323e59cb819f" providerId="LiveId" clId="{6618D68A-4DA5-402C-8903-C93337F81BB6}" dt="2026-05-09T15:02:46.003" v="1634" actId="478"/>
          <ac:grpSpMkLst>
            <pc:docMk/>
            <pc:sldMk cId="435284773" sldId="297"/>
            <ac:grpSpMk id="209" creationId="{5931B5AE-290A-8D27-43B5-5009C4805E23}"/>
          </ac:grpSpMkLst>
        </pc:grpChg>
        <pc:grpChg chg="del">
          <ac:chgData name="Yara Zalat" userId="ccc0323e59cb819f" providerId="LiveId" clId="{6618D68A-4DA5-402C-8903-C93337F81BB6}" dt="2026-05-09T15:02:52.483" v="1636" actId="478"/>
          <ac:grpSpMkLst>
            <pc:docMk/>
            <pc:sldMk cId="435284773" sldId="297"/>
            <ac:grpSpMk id="221" creationId="{A1B64728-7C26-8599-2591-D8334F1A490D}"/>
          </ac:grpSpMkLst>
        </pc:grpChg>
        <pc:grpChg chg="del">
          <ac:chgData name="Yara Zalat" userId="ccc0323e59cb819f" providerId="LiveId" clId="{6618D68A-4DA5-402C-8903-C93337F81BB6}" dt="2026-05-09T15:02:52.483" v="1636" actId="478"/>
          <ac:grpSpMkLst>
            <pc:docMk/>
            <pc:sldMk cId="435284773" sldId="297"/>
            <ac:grpSpMk id="224" creationId="{3646EF66-35F6-CE86-4995-59E8517714F6}"/>
          </ac:grpSpMkLst>
        </pc:grpChg>
        <pc:grpChg chg="del">
          <ac:chgData name="Yara Zalat" userId="ccc0323e59cb819f" providerId="LiveId" clId="{6618D68A-4DA5-402C-8903-C93337F81BB6}" dt="2026-05-09T15:04:13.035" v="1641" actId="478"/>
          <ac:grpSpMkLst>
            <pc:docMk/>
            <pc:sldMk cId="435284773" sldId="297"/>
            <ac:grpSpMk id="227" creationId="{1B416F68-73F4-F0E2-4632-92FA9C551197}"/>
          </ac:grpSpMkLst>
        </pc:grpChg>
        <pc:grpChg chg="del">
          <ac:chgData name="Yara Zalat" userId="ccc0323e59cb819f" providerId="LiveId" clId="{6618D68A-4DA5-402C-8903-C93337F81BB6}" dt="2026-05-09T15:02:52.483" v="1636" actId="478"/>
          <ac:grpSpMkLst>
            <pc:docMk/>
            <pc:sldMk cId="435284773" sldId="297"/>
            <ac:grpSpMk id="230" creationId="{A6A8301C-23ED-FCEE-9D9D-716AE8A45B95}"/>
          </ac:grpSpMkLst>
        </pc:grpChg>
        <pc:cxnChg chg="mod">
          <ac:chgData name="Yara Zalat" userId="ccc0323e59cb819f" providerId="LiveId" clId="{6618D68A-4DA5-402C-8903-C93337F81BB6}" dt="2026-05-09T15:02:48.764" v="1635" actId="478"/>
          <ac:cxnSpMkLst>
            <pc:docMk/>
            <pc:sldMk cId="435284773" sldId="297"/>
            <ac:cxnSpMk id="241" creationId="{8672E901-C0E7-4EF5-1E84-9460CD4AD8E8}"/>
          </ac:cxnSpMkLst>
        </pc:cxnChg>
      </pc:sldChg>
      <pc:sldChg chg="delSp modSp add del mod ord">
        <pc:chgData name="Yara Zalat" userId="ccc0323e59cb819f" providerId="LiveId" clId="{6618D68A-4DA5-402C-8903-C93337F81BB6}" dt="2026-05-09T05:45:18.740" v="1534" actId="47"/>
        <pc:sldMkLst>
          <pc:docMk/>
          <pc:sldMk cId="1542069196" sldId="297"/>
        </pc:sldMkLst>
        <pc:spChg chg="mod">
          <ac:chgData name="Yara Zalat" userId="ccc0323e59cb819f" providerId="LiveId" clId="{6618D68A-4DA5-402C-8903-C93337F81BB6}" dt="2026-05-09T05:30:28.646" v="1248" actId="20577"/>
          <ac:spMkLst>
            <pc:docMk/>
            <pc:sldMk cId="1542069196" sldId="297"/>
            <ac:spMk id="360" creationId="{C5A5D11B-4216-A167-9E13-5CB7AD8F078E}"/>
          </ac:spMkLst>
        </pc:spChg>
        <pc:spChg chg="del mod">
          <ac:chgData name="Yara Zalat" userId="ccc0323e59cb819f" providerId="LiveId" clId="{6618D68A-4DA5-402C-8903-C93337F81BB6}" dt="2026-05-09T05:32:19.014" v="1276" actId="478"/>
          <ac:spMkLst>
            <pc:docMk/>
            <pc:sldMk cId="1542069196" sldId="297"/>
            <ac:spMk id="364" creationId="{040AD77A-E2DE-ABB1-AFD8-3A219F16B856}"/>
          </ac:spMkLst>
        </pc:spChg>
        <pc:spChg chg="mod">
          <ac:chgData name="Yara Zalat" userId="ccc0323e59cb819f" providerId="LiveId" clId="{6618D68A-4DA5-402C-8903-C93337F81BB6}" dt="2026-05-09T05:32:24.545" v="1277" actId="1076"/>
          <ac:spMkLst>
            <pc:docMk/>
            <pc:sldMk cId="1542069196" sldId="297"/>
            <ac:spMk id="365" creationId="{20A029E9-75F8-F092-FF7C-9783FFF8BD6D}"/>
          </ac:spMkLst>
        </pc:spChg>
        <pc:spChg chg="del">
          <ac:chgData name="Yara Zalat" userId="ccc0323e59cb819f" providerId="LiveId" clId="{6618D68A-4DA5-402C-8903-C93337F81BB6}" dt="2026-05-09T05:32:32.538" v="1278" actId="478"/>
          <ac:spMkLst>
            <pc:docMk/>
            <pc:sldMk cId="1542069196" sldId="297"/>
            <ac:spMk id="369" creationId="{8313786C-9A62-BC69-A12C-8F862E0F14E7}"/>
          </ac:spMkLst>
        </pc:spChg>
        <pc:spChg chg="mod">
          <ac:chgData name="Yara Zalat" userId="ccc0323e59cb819f" providerId="LiveId" clId="{6618D68A-4DA5-402C-8903-C93337F81BB6}" dt="2026-05-09T05:32:58.864" v="1310" actId="20577"/>
          <ac:spMkLst>
            <pc:docMk/>
            <pc:sldMk cId="1542069196" sldId="297"/>
            <ac:spMk id="370" creationId="{6BB0F9BA-DEA1-F052-0D70-D5A49A25252D}"/>
          </ac:spMkLst>
        </pc:spChg>
        <pc:spChg chg="del">
          <ac:chgData name="Yara Zalat" userId="ccc0323e59cb819f" providerId="LiveId" clId="{6618D68A-4DA5-402C-8903-C93337F81BB6}" dt="2026-05-09T05:33:05.957" v="1311" actId="478"/>
          <ac:spMkLst>
            <pc:docMk/>
            <pc:sldMk cId="1542069196" sldId="297"/>
            <ac:spMk id="374" creationId="{CC2A3B22-09F9-ADD9-B299-37868BE666BB}"/>
          </ac:spMkLst>
        </pc:spChg>
        <pc:spChg chg="mod">
          <ac:chgData name="Yara Zalat" userId="ccc0323e59cb819f" providerId="LiveId" clId="{6618D68A-4DA5-402C-8903-C93337F81BB6}" dt="2026-05-09T05:33:41.125" v="1356" actId="1076"/>
          <ac:spMkLst>
            <pc:docMk/>
            <pc:sldMk cId="1542069196" sldId="297"/>
            <ac:spMk id="375" creationId="{B850B38E-6EC2-F518-4112-C5C57A81A215}"/>
          </ac:spMkLst>
        </pc:spChg>
        <pc:spChg chg="del">
          <ac:chgData name="Yara Zalat" userId="ccc0323e59cb819f" providerId="LiveId" clId="{6618D68A-4DA5-402C-8903-C93337F81BB6}" dt="2026-05-09T05:33:45.217" v="1357" actId="478"/>
          <ac:spMkLst>
            <pc:docMk/>
            <pc:sldMk cId="1542069196" sldId="297"/>
            <ac:spMk id="379" creationId="{ECA94A09-42F8-B85F-D001-38AC367DDD2D}"/>
          </ac:spMkLst>
        </pc:spChg>
        <pc:spChg chg="mod">
          <ac:chgData name="Yara Zalat" userId="ccc0323e59cb819f" providerId="LiveId" clId="{6618D68A-4DA5-402C-8903-C93337F81BB6}" dt="2026-05-09T05:34:14.430" v="1401" actId="14100"/>
          <ac:spMkLst>
            <pc:docMk/>
            <pc:sldMk cId="1542069196" sldId="297"/>
            <ac:spMk id="380" creationId="{CC56C74A-F969-DAB4-57FE-AB4B3483A9CF}"/>
          </ac:spMkLst>
        </pc:spChg>
        <pc:spChg chg="del mod">
          <ac:chgData name="Yara Zalat" userId="ccc0323e59cb819f" providerId="LiveId" clId="{6618D68A-4DA5-402C-8903-C93337F81BB6}" dt="2026-05-09T05:34:39.359" v="1403" actId="478"/>
          <ac:spMkLst>
            <pc:docMk/>
            <pc:sldMk cId="1542069196" sldId="297"/>
            <ac:spMk id="381" creationId="{0E704D5D-A190-0F47-79F8-373A99A1F7AB}"/>
          </ac:spMkLst>
        </pc:spChg>
        <pc:grpChg chg="mod">
          <ac:chgData name="Yara Zalat" userId="ccc0323e59cb819f" providerId="LiveId" clId="{6618D68A-4DA5-402C-8903-C93337F81BB6}" dt="2026-05-09T05:34:48.678" v="1404" actId="1076"/>
          <ac:grpSpMkLst>
            <pc:docMk/>
            <pc:sldMk cId="1542069196" sldId="297"/>
            <ac:grpSpMk id="361" creationId="{135A0A8D-81A9-427F-F882-CDDC2EC639C0}"/>
          </ac:grpSpMkLst>
        </pc:grpChg>
        <pc:grpChg chg="del">
          <ac:chgData name="Yara Zalat" userId="ccc0323e59cb819f" providerId="LiveId" clId="{6618D68A-4DA5-402C-8903-C93337F81BB6}" dt="2026-05-09T05:32:19.014" v="1276" actId="478"/>
          <ac:grpSpMkLst>
            <pc:docMk/>
            <pc:sldMk cId="1542069196" sldId="297"/>
            <ac:grpSpMk id="363" creationId="{20EC96A1-197B-1BB9-BC43-049602FF7514}"/>
          </ac:grpSpMkLst>
        </pc:grpChg>
        <pc:grpChg chg="mod">
          <ac:chgData name="Yara Zalat" userId="ccc0323e59cb819f" providerId="LiveId" clId="{6618D68A-4DA5-402C-8903-C93337F81BB6}" dt="2026-05-09T05:34:48.678" v="1404" actId="1076"/>
          <ac:grpSpMkLst>
            <pc:docMk/>
            <pc:sldMk cId="1542069196" sldId="297"/>
            <ac:grpSpMk id="366" creationId="{76A848C4-5E6C-35B8-28B3-B5D00323C36A}"/>
          </ac:grpSpMkLst>
        </pc:grpChg>
        <pc:grpChg chg="del">
          <ac:chgData name="Yara Zalat" userId="ccc0323e59cb819f" providerId="LiveId" clId="{6618D68A-4DA5-402C-8903-C93337F81BB6}" dt="2026-05-09T05:32:32.538" v="1278" actId="478"/>
          <ac:grpSpMkLst>
            <pc:docMk/>
            <pc:sldMk cId="1542069196" sldId="297"/>
            <ac:grpSpMk id="368" creationId="{753C1511-DE9C-30D0-10D3-5965E6E4D39A}"/>
          </ac:grpSpMkLst>
        </pc:grpChg>
        <pc:grpChg chg="mod">
          <ac:chgData name="Yara Zalat" userId="ccc0323e59cb819f" providerId="LiveId" clId="{6618D68A-4DA5-402C-8903-C93337F81BB6}" dt="2026-05-09T05:34:48.678" v="1404" actId="1076"/>
          <ac:grpSpMkLst>
            <pc:docMk/>
            <pc:sldMk cId="1542069196" sldId="297"/>
            <ac:grpSpMk id="371" creationId="{BCA60BD1-964B-8DAD-65DD-D8D2C9A79C35}"/>
          </ac:grpSpMkLst>
        </pc:grpChg>
        <pc:grpChg chg="del">
          <ac:chgData name="Yara Zalat" userId="ccc0323e59cb819f" providerId="LiveId" clId="{6618D68A-4DA5-402C-8903-C93337F81BB6}" dt="2026-05-09T05:33:05.957" v="1311" actId="478"/>
          <ac:grpSpMkLst>
            <pc:docMk/>
            <pc:sldMk cId="1542069196" sldId="297"/>
            <ac:grpSpMk id="373" creationId="{FACB290C-97CC-5128-6DD3-4E85E10EB699}"/>
          </ac:grpSpMkLst>
        </pc:grpChg>
        <pc:grpChg chg="mod">
          <ac:chgData name="Yara Zalat" userId="ccc0323e59cb819f" providerId="LiveId" clId="{6618D68A-4DA5-402C-8903-C93337F81BB6}" dt="2026-05-09T05:34:48.678" v="1404" actId="1076"/>
          <ac:grpSpMkLst>
            <pc:docMk/>
            <pc:sldMk cId="1542069196" sldId="297"/>
            <ac:grpSpMk id="376" creationId="{9D0ED46D-1AE7-053E-EA16-6DF6DBF638A4}"/>
          </ac:grpSpMkLst>
        </pc:grpChg>
        <pc:grpChg chg="del">
          <ac:chgData name="Yara Zalat" userId="ccc0323e59cb819f" providerId="LiveId" clId="{6618D68A-4DA5-402C-8903-C93337F81BB6}" dt="2026-05-09T05:33:45.217" v="1357" actId="478"/>
          <ac:grpSpMkLst>
            <pc:docMk/>
            <pc:sldMk cId="1542069196" sldId="297"/>
            <ac:grpSpMk id="378" creationId="{B39D7F1B-B877-19F1-CE5C-161D8F7B9FCC}"/>
          </ac:grpSpMkLst>
        </pc:grpChg>
      </pc:sldChg>
      <pc:sldChg chg="addSp delSp modSp add mod">
        <pc:chgData name="Yara Zalat" userId="ccc0323e59cb819f" providerId="LiveId" clId="{6618D68A-4DA5-402C-8903-C93337F81BB6}" dt="2026-05-09T15:44:43.689" v="1891" actId="20577"/>
        <pc:sldMkLst>
          <pc:docMk/>
          <pc:sldMk cId="698696061" sldId="298"/>
        </pc:sldMkLst>
        <pc:spChg chg="mod">
          <ac:chgData name="Yara Zalat" userId="ccc0323e59cb819f" providerId="LiveId" clId="{6618D68A-4DA5-402C-8903-C93337F81BB6}" dt="2026-05-09T15:44:37.165" v="1887" actId="20577"/>
          <ac:spMkLst>
            <pc:docMk/>
            <pc:sldMk cId="698696061" sldId="298"/>
            <ac:spMk id="2" creationId="{D013D554-8262-249A-21C6-E8F09C1A79AD}"/>
          </ac:spMkLst>
        </pc:spChg>
        <pc:spChg chg="mod">
          <ac:chgData name="Yara Zalat" userId="ccc0323e59cb819f" providerId="LiveId" clId="{6618D68A-4DA5-402C-8903-C93337F81BB6}" dt="2026-05-09T15:36:36.201" v="1848" actId="20577"/>
          <ac:spMkLst>
            <pc:docMk/>
            <pc:sldMk cId="698696061" sldId="298"/>
            <ac:spMk id="5" creationId="{9295BA17-0B32-8002-A21F-41225B19CA7D}"/>
          </ac:spMkLst>
        </pc:spChg>
        <pc:spChg chg="del">
          <ac:chgData name="Yara Zalat" userId="ccc0323e59cb819f" providerId="LiveId" clId="{6618D68A-4DA5-402C-8903-C93337F81BB6}" dt="2026-05-09T15:36:13.954" v="1836" actId="478"/>
          <ac:spMkLst>
            <pc:docMk/>
            <pc:sldMk cId="698696061" sldId="298"/>
            <ac:spMk id="6" creationId="{5FFBE515-76FC-F922-72EA-86F38C3FE1AF}"/>
          </ac:spMkLst>
        </pc:spChg>
        <pc:spChg chg="del">
          <ac:chgData name="Yara Zalat" userId="ccc0323e59cb819f" providerId="LiveId" clId="{6618D68A-4DA5-402C-8903-C93337F81BB6}" dt="2026-05-09T15:34:59.085" v="1828" actId="478"/>
          <ac:spMkLst>
            <pc:docMk/>
            <pc:sldMk cId="698696061" sldId="298"/>
            <ac:spMk id="7" creationId="{04A22C60-2D6D-609A-E512-12086A998CC1}"/>
          </ac:spMkLst>
        </pc:spChg>
        <pc:spChg chg="del">
          <ac:chgData name="Yara Zalat" userId="ccc0323e59cb819f" providerId="LiveId" clId="{6618D68A-4DA5-402C-8903-C93337F81BB6}" dt="2026-05-09T15:34:59.085" v="1828" actId="478"/>
          <ac:spMkLst>
            <pc:docMk/>
            <pc:sldMk cId="698696061" sldId="298"/>
            <ac:spMk id="8" creationId="{2F3729CF-5B60-BB25-D1E0-AD90613D69A3}"/>
          </ac:spMkLst>
        </pc:spChg>
        <pc:spChg chg="del">
          <ac:chgData name="Yara Zalat" userId="ccc0323e59cb819f" providerId="LiveId" clId="{6618D68A-4DA5-402C-8903-C93337F81BB6}" dt="2026-05-09T15:34:59.085" v="1828" actId="478"/>
          <ac:spMkLst>
            <pc:docMk/>
            <pc:sldMk cId="698696061" sldId="298"/>
            <ac:spMk id="9" creationId="{B5619D55-7676-F63C-A517-34CD22C3A452}"/>
          </ac:spMkLst>
        </pc:spChg>
        <pc:spChg chg="del">
          <ac:chgData name="Yara Zalat" userId="ccc0323e59cb819f" providerId="LiveId" clId="{6618D68A-4DA5-402C-8903-C93337F81BB6}" dt="2026-05-09T15:34:59.085" v="1828" actId="478"/>
          <ac:spMkLst>
            <pc:docMk/>
            <pc:sldMk cId="698696061" sldId="298"/>
            <ac:spMk id="10" creationId="{B8FE3844-E7EA-7ADB-7020-585ADD9BA92A}"/>
          </ac:spMkLst>
        </pc:spChg>
        <pc:spChg chg="add mod">
          <ac:chgData name="Yara Zalat" userId="ccc0323e59cb819f" providerId="LiveId" clId="{6618D68A-4DA5-402C-8903-C93337F81BB6}" dt="2026-05-09T15:38:38.592" v="1879" actId="12"/>
          <ac:spMkLst>
            <pc:docMk/>
            <pc:sldMk cId="698696061" sldId="298"/>
            <ac:spMk id="11" creationId="{A6293A44-CECE-452D-3A41-7B33962CA934}"/>
          </ac:spMkLst>
        </pc:spChg>
        <pc:spChg chg="mod">
          <ac:chgData name="Yara Zalat" userId="ccc0323e59cb819f" providerId="LiveId" clId="{6618D68A-4DA5-402C-8903-C93337F81BB6}" dt="2026-05-09T15:36:45.158" v="1849" actId="207"/>
          <ac:spMkLst>
            <pc:docMk/>
            <pc:sldMk cId="698696061" sldId="298"/>
            <ac:spMk id="1083" creationId="{06861770-33D3-6145-D4CA-C76D3E48E45E}"/>
          </ac:spMkLst>
        </pc:spChg>
        <pc:spChg chg="mod">
          <ac:chgData name="Yara Zalat" userId="ccc0323e59cb819f" providerId="LiveId" clId="{6618D68A-4DA5-402C-8903-C93337F81BB6}" dt="2026-05-09T15:44:43.689" v="1891" actId="20577"/>
          <ac:spMkLst>
            <pc:docMk/>
            <pc:sldMk cId="698696061" sldId="298"/>
            <ac:spMk id="1084" creationId="{4F3BF58A-5AB5-4570-EEFA-DC63334179A7}"/>
          </ac:spMkLst>
        </pc:spChg>
        <pc:spChg chg="del">
          <ac:chgData name="Yara Zalat" userId="ccc0323e59cb819f" providerId="LiveId" clId="{6618D68A-4DA5-402C-8903-C93337F81BB6}" dt="2026-05-09T15:36:13.954" v="1836" actId="478"/>
          <ac:spMkLst>
            <pc:docMk/>
            <pc:sldMk cId="698696061" sldId="298"/>
            <ac:spMk id="1085" creationId="{329DE5BC-8A1D-7C86-04FA-2E6ECA5C32BD}"/>
          </ac:spMkLst>
        </pc:spChg>
        <pc:graphicFrameChg chg="add del mod modGraphic">
          <ac:chgData name="Yara Zalat" userId="ccc0323e59cb819f" providerId="LiveId" clId="{6618D68A-4DA5-402C-8903-C93337F81BB6}" dt="2026-05-09T15:36:01.088" v="1835" actId="2165"/>
          <ac:graphicFrameMkLst>
            <pc:docMk/>
            <pc:sldMk cId="698696061" sldId="298"/>
            <ac:graphicFrameMk id="1082" creationId="{11BD9CAC-21F6-1E8E-2716-F8FA4C5E316D}"/>
          </ac:graphicFrameMkLst>
        </pc:graphicFrameChg>
      </pc:sldChg>
      <pc:sldChg chg="modSp add del mod ord">
        <pc:chgData name="Yara Zalat" userId="ccc0323e59cb819f" providerId="LiveId" clId="{6618D68A-4DA5-402C-8903-C93337F81BB6}" dt="2026-05-09T15:18:11.545" v="1678" actId="47"/>
        <pc:sldMkLst>
          <pc:docMk/>
          <pc:sldMk cId="1558752897" sldId="298"/>
        </pc:sldMkLst>
        <pc:spChg chg="mod">
          <ac:chgData name="Yara Zalat" userId="ccc0323e59cb819f" providerId="LiveId" clId="{6618D68A-4DA5-402C-8903-C93337F81BB6}" dt="2026-05-09T15:18:09.728" v="1677" actId="6549"/>
          <ac:spMkLst>
            <pc:docMk/>
            <pc:sldMk cId="1558752897" sldId="298"/>
            <ac:spMk id="247" creationId="{D09A7C5F-617A-C4B1-C248-20907773B0AD}"/>
          </ac:spMkLst>
        </pc:spChg>
      </pc:sldChg>
      <pc:sldChg chg="addSp delSp modSp add mod ord">
        <pc:chgData name="Yara Zalat" userId="ccc0323e59cb819f" providerId="LiveId" clId="{6618D68A-4DA5-402C-8903-C93337F81BB6}" dt="2026-05-09T16:04:01.509" v="2286" actId="20577"/>
        <pc:sldMkLst>
          <pc:docMk/>
          <pc:sldMk cId="3786122693" sldId="299"/>
        </pc:sldMkLst>
        <pc:spChg chg="add">
          <ac:chgData name="Yara Zalat" userId="ccc0323e59cb819f" providerId="LiveId" clId="{6618D68A-4DA5-402C-8903-C93337F81BB6}" dt="2026-05-09T15:57:53.781" v="1987"/>
          <ac:spMkLst>
            <pc:docMk/>
            <pc:sldMk cId="3786122693" sldId="299"/>
            <ac:spMk id="2" creationId="{0D5C21E7-C428-BBAD-9F40-4612EB8E15D0}"/>
          </ac:spMkLst>
        </pc:spChg>
        <pc:spChg chg="mod">
          <ac:chgData name="Yara Zalat" userId="ccc0323e59cb819f" providerId="LiveId" clId="{6618D68A-4DA5-402C-8903-C93337F81BB6}" dt="2026-05-09T16:04:01.509" v="2286" actId="20577"/>
          <ac:spMkLst>
            <pc:docMk/>
            <pc:sldMk cId="3786122693" sldId="299"/>
            <ac:spMk id="4" creationId="{21913DC9-418F-D8D6-CA7B-D93C6FCDA6CF}"/>
          </ac:spMkLst>
        </pc:spChg>
        <pc:spChg chg="del">
          <ac:chgData name="Yara Zalat" userId="ccc0323e59cb819f" providerId="LiveId" clId="{6618D68A-4DA5-402C-8903-C93337F81BB6}" dt="2026-05-09T16:02:06.442" v="2164" actId="478"/>
          <ac:spMkLst>
            <pc:docMk/>
            <pc:sldMk cId="3786122693" sldId="299"/>
            <ac:spMk id="13" creationId="{636AE6CD-8D82-CCAB-E1DB-43D3C9F37462}"/>
          </ac:spMkLst>
        </pc:spChg>
        <pc:spChg chg="del">
          <ac:chgData name="Yara Zalat" userId="ccc0323e59cb819f" providerId="LiveId" clId="{6618D68A-4DA5-402C-8903-C93337F81BB6}" dt="2026-05-09T16:02:06.442" v="2164" actId="478"/>
          <ac:spMkLst>
            <pc:docMk/>
            <pc:sldMk cId="3786122693" sldId="299"/>
            <ac:spMk id="14" creationId="{2C3F996B-737A-3B3C-A5CF-41190A428938}"/>
          </ac:spMkLst>
        </pc:spChg>
        <pc:spChg chg="del">
          <ac:chgData name="Yara Zalat" userId="ccc0323e59cb819f" providerId="LiveId" clId="{6618D68A-4DA5-402C-8903-C93337F81BB6}" dt="2026-05-09T16:02:06.442" v="2164" actId="478"/>
          <ac:spMkLst>
            <pc:docMk/>
            <pc:sldMk cId="3786122693" sldId="299"/>
            <ac:spMk id="15" creationId="{689A6146-EC39-EEBD-9CA3-FBBDC1EEC127}"/>
          </ac:spMkLst>
        </pc:spChg>
        <pc:spChg chg="mod">
          <ac:chgData name="Yara Zalat" userId="ccc0323e59cb819f" providerId="LiveId" clId="{6618D68A-4DA5-402C-8903-C93337F81BB6}" dt="2026-05-09T15:55:51.334" v="1970" actId="20577"/>
          <ac:spMkLst>
            <pc:docMk/>
            <pc:sldMk cId="3786122693" sldId="299"/>
            <ac:spMk id="252" creationId="{D776FD77-200A-F7D0-FAF8-82CE922A13CE}"/>
          </ac:spMkLst>
        </pc:spChg>
        <pc:grpChg chg="del">
          <ac:chgData name="Yara Zalat" userId="ccc0323e59cb819f" providerId="LiveId" clId="{6618D68A-4DA5-402C-8903-C93337F81BB6}" dt="2026-05-09T16:02:06.442" v="2164" actId="478"/>
          <ac:grpSpMkLst>
            <pc:docMk/>
            <pc:sldMk cId="3786122693" sldId="299"/>
            <ac:grpSpMk id="5" creationId="{AE6CA066-0C18-5D15-CDAB-D8DF6C36FF10}"/>
          </ac:grpSpMkLst>
        </pc:grpChg>
        <pc:grpChg chg="del">
          <ac:chgData name="Yara Zalat" userId="ccc0323e59cb819f" providerId="LiveId" clId="{6618D68A-4DA5-402C-8903-C93337F81BB6}" dt="2026-05-09T16:02:06.442" v="2164" actId="478"/>
          <ac:grpSpMkLst>
            <pc:docMk/>
            <pc:sldMk cId="3786122693" sldId="299"/>
            <ac:grpSpMk id="9" creationId="{4A6BF37C-56AC-7CC3-462B-19E793033CBC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b16c18d1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5" name="Google Shape;155;g1b16c18d1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FE5463-7006-EF4C-5A7C-2C44D5627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b16c18d105_0_0:notes">
            <a:extLst>
              <a:ext uri="{FF2B5EF4-FFF2-40B4-BE49-F238E27FC236}">
                <a16:creationId xmlns:a16="http://schemas.microsoft.com/office/drawing/2014/main" id="{DA9EFB31-E1FD-FB54-D064-A72FA60D2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5" name="Google Shape;155;g1b16c18d105_0_0:notes">
            <a:extLst>
              <a:ext uri="{FF2B5EF4-FFF2-40B4-BE49-F238E27FC236}">
                <a16:creationId xmlns:a16="http://schemas.microsoft.com/office/drawing/2014/main" id="{24BAEB76-7ED2-54C8-F27B-E6F0F862F0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0788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b16c18d105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8" name="Google Shape;188;g1b16c18d105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:a16="http://schemas.microsoft.com/office/drawing/2014/main" id="{516AE5CC-C17B-FE17-51EA-90757F9F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b16c18d105_0_227:notes">
            <a:extLst>
              <a:ext uri="{FF2B5EF4-FFF2-40B4-BE49-F238E27FC236}">
                <a16:creationId xmlns:a16="http://schemas.microsoft.com/office/drawing/2014/main" id="{C2CE2C3F-4CDB-61CD-5CA3-65991FFBF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8" name="Google Shape;298;g1b16c18d105_0_227:notes">
            <a:extLst>
              <a:ext uri="{FF2B5EF4-FFF2-40B4-BE49-F238E27FC236}">
                <a16:creationId xmlns:a16="http://schemas.microsoft.com/office/drawing/2014/main" id="{1C405E15-4EAC-2FC8-13C1-702CA7C86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6210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b16c18d105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8" name="Google Shape;298;g1b16c18d105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F79F35B8-5EC9-4FDD-4694-DE56F9C0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b16c18d105_0_49:notes">
            <a:extLst>
              <a:ext uri="{FF2B5EF4-FFF2-40B4-BE49-F238E27FC236}">
                <a16:creationId xmlns:a16="http://schemas.microsoft.com/office/drawing/2014/main" id="{280F9E9E-4AFE-567A-5D56-4AC6E64FE5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8" name="Google Shape;188;g1b16c18d105_0_49:notes">
            <a:extLst>
              <a:ext uri="{FF2B5EF4-FFF2-40B4-BE49-F238E27FC236}">
                <a16:creationId xmlns:a16="http://schemas.microsoft.com/office/drawing/2014/main" id="{00381A7E-A8BA-635D-8763-45E9857E1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8356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1b16c18d105_0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14" name="Google Shape;514;g1b16c18d105_0_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5" name="Google Shape;205;g1b16c18d10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F2057762-437E-312D-535B-BB36296B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b16c18d105_0_107:notes">
            <a:extLst>
              <a:ext uri="{FF2B5EF4-FFF2-40B4-BE49-F238E27FC236}">
                <a16:creationId xmlns:a16="http://schemas.microsoft.com/office/drawing/2014/main" id="{94780389-4EEE-9A19-96A4-191831A92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05" name="Google Shape;205;g1b16c18d105_0_107:notes">
            <a:extLst>
              <a:ext uri="{FF2B5EF4-FFF2-40B4-BE49-F238E27FC236}">
                <a16:creationId xmlns:a16="http://schemas.microsoft.com/office/drawing/2014/main" id="{5EC5C08C-8AF0-AE01-214B-C4588AC6FD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9839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b16c18d105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0" name="Google Shape;250;g1b16c18d105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FF543FD5-40F5-1764-A5FF-FE1A92FA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b16c18d105_0_223:notes">
            <a:extLst>
              <a:ext uri="{FF2B5EF4-FFF2-40B4-BE49-F238E27FC236}">
                <a16:creationId xmlns:a16="http://schemas.microsoft.com/office/drawing/2014/main" id="{A67F53A1-0776-B704-E133-B51B9EDA5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0" name="Google Shape;250;g1b16c18d105_0_223:notes">
            <a:extLst>
              <a:ext uri="{FF2B5EF4-FFF2-40B4-BE49-F238E27FC236}">
                <a16:creationId xmlns:a16="http://schemas.microsoft.com/office/drawing/2014/main" id="{7B980715-9412-4569-1E19-7DFBB532D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161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0B7C0DD3-3F4C-66D1-3AB3-C05576921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b16c18d105_0_223:notes">
            <a:extLst>
              <a:ext uri="{FF2B5EF4-FFF2-40B4-BE49-F238E27FC236}">
                <a16:creationId xmlns:a16="http://schemas.microsoft.com/office/drawing/2014/main" id="{B7CA1C7C-7A56-22F8-5E16-4793BCD6C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0" name="Google Shape;250;g1b16c18d105_0_223:notes">
            <a:extLst>
              <a:ext uri="{FF2B5EF4-FFF2-40B4-BE49-F238E27FC236}">
                <a16:creationId xmlns:a16="http://schemas.microsoft.com/office/drawing/2014/main" id="{A4FA49FA-3ADA-A839-A449-9B601FA66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5435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53D118D0-A976-EC1A-72A6-2EFAE9908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b16c18d105_0_49:notes">
            <a:extLst>
              <a:ext uri="{FF2B5EF4-FFF2-40B4-BE49-F238E27FC236}">
                <a16:creationId xmlns:a16="http://schemas.microsoft.com/office/drawing/2014/main" id="{60F0916B-4C3C-2547-3D5B-9E15B256C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8" name="Google Shape;188;g1b16c18d105_0_49:notes">
            <a:extLst>
              <a:ext uri="{FF2B5EF4-FFF2-40B4-BE49-F238E27FC236}">
                <a16:creationId xmlns:a16="http://schemas.microsoft.com/office/drawing/2014/main" id="{534CC3EA-7EB0-9755-6BA0-8F7540CDC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758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b16c18d105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8" name="Google Shape;358;g1b16c18d105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b16c18d105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11" name="Google Shape;611;g1b16c18d105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b16c18d105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79" name="Google Shape;1079;g1b16c18d105_0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>
          <a:extLst>
            <a:ext uri="{FF2B5EF4-FFF2-40B4-BE49-F238E27FC236}">
              <a16:creationId xmlns:a16="http://schemas.microsoft.com/office/drawing/2014/main" id="{F7AFE51F-655D-6AC1-4359-7732F72D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1b16c18d105_0_303:notes">
            <a:extLst>
              <a:ext uri="{FF2B5EF4-FFF2-40B4-BE49-F238E27FC236}">
                <a16:creationId xmlns:a16="http://schemas.microsoft.com/office/drawing/2014/main" id="{35A1EDBF-E017-3539-88A2-B9DC98583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79" name="Google Shape;1079;g1b16c18d105_0_303:notes">
            <a:extLst>
              <a:ext uri="{FF2B5EF4-FFF2-40B4-BE49-F238E27FC236}">
                <a16:creationId xmlns:a16="http://schemas.microsoft.com/office/drawing/2014/main" id="{59117D00-7A3D-582E-A122-025FB0DC1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7015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b16c18d105_0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20" name="Google Shape;920;g1b16c18d105_0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b16c18d105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88" name="Google Shape;388;g1b16c18d105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1b16c18d105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84" name="Google Shape;1284;g1b16c18d105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b16c18d105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35" name="Google Shape;835;g1b16c18d105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1b16c18d105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01" name="Google Shape;1101;g1b16c18d105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b16c18d10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7" name="Google Shape;657;g1b16c18d10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1b16c18d105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96" name="Google Shape;1196;g1b16c18d105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b16c18d105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9" name="Google Shape;329;g1b16c18d105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43ADDDBD-A257-EEE4-494A-2617172D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b16c18d105_0_223:notes">
            <a:extLst>
              <a:ext uri="{FF2B5EF4-FFF2-40B4-BE49-F238E27FC236}">
                <a16:creationId xmlns:a16="http://schemas.microsoft.com/office/drawing/2014/main" id="{98060AD9-23BB-7949-0439-3E583C032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0" name="Google Shape;250;g1b16c18d105_0_223:notes">
            <a:extLst>
              <a:ext uri="{FF2B5EF4-FFF2-40B4-BE49-F238E27FC236}">
                <a16:creationId xmlns:a16="http://schemas.microsoft.com/office/drawing/2014/main" id="{310AB0E5-E521-E4EA-5C21-331352F347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910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5100"/>
            <a:ext cx="4242900" cy="237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2600"/>
            <a:ext cx="4242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781344" y="240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756292" y="1085276"/>
            <a:ext cx="188650" cy="2468354"/>
            <a:chOff x="250617" y="2402301"/>
            <a:chExt cx="188650" cy="2468354"/>
          </a:xfrm>
        </p:grpSpPr>
        <p:sp>
          <p:nvSpPr>
            <p:cNvPr id="13" name="Google Shape;13;p2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139298" y="21446"/>
            <a:ext cx="98059" cy="1906193"/>
            <a:chOff x="139298" y="21446"/>
            <a:chExt cx="98059" cy="1906193"/>
          </a:xfrm>
        </p:grpSpPr>
        <p:sp>
          <p:nvSpPr>
            <p:cNvPr id="18" name="Google Shape;18;p2"/>
            <p:cNvSpPr/>
            <p:nvPr/>
          </p:nvSpPr>
          <p:spPr>
            <a:xfrm>
              <a:off x="139298" y="1829345"/>
              <a:ext cx="98059" cy="98295"/>
            </a:xfrm>
            <a:custGeom>
              <a:avLst/>
              <a:gdLst/>
              <a:ahLst/>
              <a:cxnLst/>
              <a:rect l="l" t="t" r="r" b="b"/>
              <a:pathLst>
                <a:path w="3742" h="3751" fill="none" extrusionOk="0">
                  <a:moveTo>
                    <a:pt x="1" y="0"/>
                  </a:moveTo>
                  <a:lnTo>
                    <a:pt x="3742" y="0"/>
                  </a:lnTo>
                  <a:lnTo>
                    <a:pt x="3742" y="3750"/>
                  </a:lnTo>
                  <a:lnTo>
                    <a:pt x="1" y="3750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84088" y="21446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414454" y="1881556"/>
            <a:ext cx="121434" cy="2043400"/>
            <a:chOff x="414454" y="1881556"/>
            <a:chExt cx="121434" cy="2043400"/>
          </a:xfrm>
        </p:grpSpPr>
        <p:sp>
          <p:nvSpPr>
            <p:cNvPr id="21" name="Google Shape;21;p2"/>
            <p:cNvSpPr/>
            <p:nvPr/>
          </p:nvSpPr>
          <p:spPr>
            <a:xfrm>
              <a:off x="470939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14454" y="3618720"/>
              <a:ext cx="121434" cy="121434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34936" y="3844499"/>
              <a:ext cx="80469" cy="80458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>
            <a:off x="6004644" y="4796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4767909" y="1442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1373850" y="1992131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title" idx="2" hasCustomPrompt="1"/>
          </p:nvPr>
        </p:nvSpPr>
        <p:spPr>
          <a:xfrm>
            <a:off x="6441451" y="1992131"/>
            <a:ext cx="1328700" cy="8418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1373850" y="2760613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3"/>
          <p:cNvGrpSpPr/>
          <p:nvPr/>
        </p:nvGrpSpPr>
        <p:grpSpPr>
          <a:xfrm>
            <a:off x="8566507" y="188009"/>
            <a:ext cx="188886" cy="1181531"/>
            <a:chOff x="2877432" y="975334"/>
            <a:chExt cx="188886" cy="1181531"/>
          </a:xfrm>
        </p:grpSpPr>
        <p:sp>
          <p:nvSpPr>
            <p:cNvPr id="31" name="Google Shape;31;p3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3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3"/>
          <p:cNvGrpSpPr/>
          <p:nvPr/>
        </p:nvGrpSpPr>
        <p:grpSpPr>
          <a:xfrm>
            <a:off x="329496" y="1091548"/>
            <a:ext cx="199001" cy="2139769"/>
            <a:chOff x="8008096" y="2108910"/>
            <a:chExt cx="199001" cy="2139769"/>
          </a:xfrm>
        </p:grpSpPr>
        <p:sp>
          <p:nvSpPr>
            <p:cNvPr id="36" name="Google Shape;36;p3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19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oboto Condensed Light"/>
              <a:buChar char="○"/>
              <a:defRPr sz="1200"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42" name="Google Shape;42;p4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44;p4"/>
          <p:cNvSpPr/>
          <p:nvPr/>
        </p:nvSpPr>
        <p:spPr>
          <a:xfrm>
            <a:off x="7472809" y="145861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4"/>
          <p:cNvGrpSpPr/>
          <p:nvPr/>
        </p:nvGrpSpPr>
        <p:grpSpPr>
          <a:xfrm>
            <a:off x="8518310" y="1117301"/>
            <a:ext cx="191952" cy="1289053"/>
            <a:chOff x="8518310" y="1117301"/>
            <a:chExt cx="191952" cy="1289053"/>
          </a:xfrm>
        </p:grpSpPr>
        <p:sp>
          <p:nvSpPr>
            <p:cNvPr id="46" name="Google Shape;46;p4"/>
            <p:cNvSpPr/>
            <p:nvPr/>
          </p:nvSpPr>
          <p:spPr>
            <a:xfrm>
              <a:off x="8610060" y="1117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8518310" y="2214403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4"/>
          <p:cNvGrpSpPr/>
          <p:nvPr/>
        </p:nvGrpSpPr>
        <p:grpSpPr>
          <a:xfrm>
            <a:off x="8786190" y="2702371"/>
            <a:ext cx="121446" cy="1966926"/>
            <a:chOff x="8786190" y="2702371"/>
            <a:chExt cx="121446" cy="1966926"/>
          </a:xfrm>
        </p:grpSpPr>
        <p:sp>
          <p:nvSpPr>
            <p:cNvPr id="49" name="Google Shape;49;p4"/>
            <p:cNvSpPr/>
            <p:nvPr/>
          </p:nvSpPr>
          <p:spPr>
            <a:xfrm>
              <a:off x="8842675" y="2702371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786190" y="4547851"/>
              <a:ext cx="121446" cy="121446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" name="Google Shape;51;p4"/>
          <p:cNvSpPr/>
          <p:nvPr/>
        </p:nvSpPr>
        <p:spPr>
          <a:xfrm>
            <a:off x="4949065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784265" y="48240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7933240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1297019" y="478008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145669" y="31180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6536915" y="1163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43269" y="224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794334" y="2894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6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233415" y="1454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5055284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1583300" y="3608749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5055275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1583300" y="33007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hare Tech"/>
              <a:buNone/>
              <a:defRPr sz="2400">
                <a:latin typeface="Share Tech"/>
                <a:ea typeface="Share Tech"/>
                <a:cs typeface="Share Tech"/>
                <a:sym typeface="Share Tech"/>
              </a:defRPr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6626134" y="-164562"/>
            <a:ext cx="121172" cy="760495"/>
            <a:chOff x="5245196" y="3136513"/>
            <a:chExt cx="121172" cy="760495"/>
          </a:xfrm>
        </p:grpSpPr>
        <p:sp>
          <p:nvSpPr>
            <p:cNvPr id="71" name="Google Shape;71;p5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8612763" y="86777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8642025" y="4851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8854450" y="195025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152210" y="4753911"/>
            <a:ext cx="95493" cy="95462"/>
          </a:xfrm>
          <a:custGeom>
            <a:avLst/>
            <a:gdLst/>
            <a:ahLst/>
            <a:cxnLst/>
            <a:rect l="l" t="t" r="r" b="b"/>
            <a:pathLst>
              <a:path w="3110" h="3109" extrusionOk="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891288" y="716085"/>
            <a:ext cx="82259" cy="82259"/>
          </a:xfrm>
          <a:custGeom>
            <a:avLst/>
            <a:gdLst/>
            <a:ahLst/>
            <a:cxnLst/>
            <a:rect l="l" t="t" r="r" b="b"/>
            <a:pathLst>
              <a:path w="2679" h="2679" extrusionOk="0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202425" y="4401725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62900" y="4753900"/>
            <a:ext cx="155925" cy="156375"/>
          </a:xfrm>
          <a:custGeom>
            <a:avLst/>
            <a:gdLst/>
            <a:ahLst/>
            <a:cxnLst/>
            <a:rect l="l" t="t" r="r" b="b"/>
            <a:pathLst>
              <a:path w="6237" h="6255" extrusionOk="0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7131388" y="365350"/>
            <a:ext cx="167150" cy="167150"/>
          </a:xfrm>
          <a:custGeom>
            <a:avLst/>
            <a:gdLst/>
            <a:ahLst/>
            <a:cxnLst/>
            <a:rect l="l" t="t" r="r" b="b"/>
            <a:pathLst>
              <a:path w="6686" h="6686" extrusionOk="0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8403188" y="218375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7776788" y="362575"/>
            <a:ext cx="52475" cy="52450"/>
          </a:xfrm>
          <a:custGeom>
            <a:avLst/>
            <a:gdLst/>
            <a:ahLst/>
            <a:cxnLst/>
            <a:rect l="l" t="t" r="r" b="b"/>
            <a:pathLst>
              <a:path w="2099" h="2098" extrusionOk="0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8539438" y="540950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" name="Google Shape;89;p7"/>
          <p:cNvGrpSpPr/>
          <p:nvPr/>
        </p:nvGrpSpPr>
        <p:grpSpPr>
          <a:xfrm>
            <a:off x="8812359" y="617388"/>
            <a:ext cx="121172" cy="760495"/>
            <a:chOff x="5245196" y="3136513"/>
            <a:chExt cx="121172" cy="760495"/>
          </a:xfrm>
        </p:grpSpPr>
        <p:sp>
          <p:nvSpPr>
            <p:cNvPr id="90" name="Google Shape;90;p7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7"/>
          <p:cNvSpPr/>
          <p:nvPr/>
        </p:nvSpPr>
        <p:spPr>
          <a:xfrm>
            <a:off x="318213" y="4418900"/>
            <a:ext cx="108650" cy="108650"/>
          </a:xfrm>
          <a:custGeom>
            <a:avLst/>
            <a:gdLst/>
            <a:ahLst/>
            <a:cxnLst/>
            <a:rect l="l" t="t" r="r" b="b"/>
            <a:pathLst>
              <a:path w="4346" h="4346" extrusionOk="0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454463" y="4741475"/>
            <a:ext cx="164350" cy="164350"/>
          </a:xfrm>
          <a:custGeom>
            <a:avLst/>
            <a:gdLst/>
            <a:ahLst/>
            <a:cxnLst/>
            <a:rect l="l" t="t" r="r" b="b"/>
            <a:pathLst>
              <a:path w="6574" h="6574" extrusionOk="0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275669" y="155705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8"/>
          <p:cNvGrpSpPr/>
          <p:nvPr/>
        </p:nvGrpSpPr>
        <p:grpSpPr>
          <a:xfrm>
            <a:off x="8702532" y="-474266"/>
            <a:ext cx="188886" cy="1181531"/>
            <a:chOff x="2877432" y="975334"/>
            <a:chExt cx="188886" cy="1181531"/>
          </a:xfrm>
        </p:grpSpPr>
        <p:sp>
          <p:nvSpPr>
            <p:cNvPr id="98" name="Google Shape;98;p8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8"/>
          <p:cNvSpPr/>
          <p:nvPr/>
        </p:nvSpPr>
        <p:spPr>
          <a:xfrm>
            <a:off x="8485996" y="1614632"/>
            <a:ext cx="80502" cy="80476"/>
          </a:xfrm>
          <a:custGeom>
            <a:avLst/>
            <a:gdLst/>
            <a:ahLst/>
            <a:cxnLst/>
            <a:rect l="l" t="t" r="r" b="b"/>
            <a:pathLst>
              <a:path w="3072" h="3071" extrusionOk="0">
                <a:moveTo>
                  <a:pt x="1" y="0"/>
                </a:moveTo>
                <a:lnTo>
                  <a:pt x="1" y="3070"/>
                </a:lnTo>
                <a:lnTo>
                  <a:pt x="3071" y="3070"/>
                </a:lnTo>
                <a:lnTo>
                  <a:pt x="30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" name="Google Shape;102;p8"/>
          <p:cNvGrpSpPr/>
          <p:nvPr/>
        </p:nvGrpSpPr>
        <p:grpSpPr>
          <a:xfrm>
            <a:off x="3090746" y="-661332"/>
            <a:ext cx="98059" cy="1147596"/>
            <a:chOff x="3347921" y="16006"/>
            <a:chExt cx="98059" cy="1147596"/>
          </a:xfrm>
        </p:grpSpPr>
        <p:sp>
          <p:nvSpPr>
            <p:cNvPr id="103" name="Google Shape;103;p8"/>
            <p:cNvSpPr/>
            <p:nvPr/>
          </p:nvSpPr>
          <p:spPr>
            <a:xfrm>
              <a:off x="3347921" y="1065280"/>
              <a:ext cx="98059" cy="98321"/>
            </a:xfrm>
            <a:custGeom>
              <a:avLst/>
              <a:gdLst/>
              <a:ahLst/>
              <a:cxnLst/>
              <a:rect l="l" t="t" r="r" b="b"/>
              <a:pathLst>
                <a:path w="3742" h="3752" fill="none" extrusionOk="0">
                  <a:moveTo>
                    <a:pt x="0" y="1"/>
                  </a:moveTo>
                  <a:lnTo>
                    <a:pt x="3741" y="1"/>
                  </a:lnTo>
                  <a:lnTo>
                    <a:pt x="3741" y="3751"/>
                  </a:lnTo>
                  <a:lnTo>
                    <a:pt x="0" y="3751"/>
                  </a:lnTo>
                  <a:close/>
                </a:path>
              </a:pathLst>
            </a:custGeom>
            <a:noFill/>
            <a:ln w="2975" cap="flat" cmpd="sng">
              <a:solidFill>
                <a:schemeClr val="accent1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3392705" y="16006"/>
              <a:ext cx="8464" cy="894665"/>
            </a:xfrm>
            <a:custGeom>
              <a:avLst/>
              <a:gdLst/>
              <a:ahLst/>
              <a:cxnLst/>
              <a:rect l="l" t="t" r="r" b="b"/>
              <a:pathLst>
                <a:path w="323" h="34141" extrusionOk="0">
                  <a:moveTo>
                    <a:pt x="157" y="1"/>
                  </a:moveTo>
                  <a:lnTo>
                    <a:pt x="1" y="34141"/>
                  </a:lnTo>
                  <a:lnTo>
                    <a:pt x="323" y="34141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8"/>
          <p:cNvGrpSpPr/>
          <p:nvPr/>
        </p:nvGrpSpPr>
        <p:grpSpPr>
          <a:xfrm>
            <a:off x="4892771" y="-340112"/>
            <a:ext cx="121172" cy="760495"/>
            <a:chOff x="5245196" y="3136513"/>
            <a:chExt cx="121172" cy="760495"/>
          </a:xfrm>
        </p:grpSpPr>
        <p:sp>
          <p:nvSpPr>
            <p:cNvPr id="106" name="Google Shape;106;p8"/>
            <p:cNvSpPr/>
            <p:nvPr/>
          </p:nvSpPr>
          <p:spPr>
            <a:xfrm>
              <a:off x="5245196" y="3775810"/>
              <a:ext cx="121172" cy="121198"/>
            </a:xfrm>
            <a:custGeom>
              <a:avLst/>
              <a:gdLst/>
              <a:ahLst/>
              <a:cxnLst/>
              <a:rect l="l" t="t" r="r" b="b"/>
              <a:pathLst>
                <a:path w="462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24" y="4624"/>
                  </a:lnTo>
                  <a:lnTo>
                    <a:pt x="46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5309007" y="3136513"/>
              <a:ext cx="8464" cy="554288"/>
            </a:xfrm>
            <a:custGeom>
              <a:avLst/>
              <a:gdLst/>
              <a:ahLst/>
              <a:cxnLst/>
              <a:rect l="l" t="t" r="r" b="b"/>
              <a:pathLst>
                <a:path w="323" h="21152" extrusionOk="0">
                  <a:moveTo>
                    <a:pt x="166" y="1"/>
                  </a:moveTo>
                  <a:lnTo>
                    <a:pt x="0" y="21152"/>
                  </a:lnTo>
                  <a:lnTo>
                    <a:pt x="322" y="21152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250617" y="2402301"/>
            <a:ext cx="188650" cy="2468354"/>
            <a:chOff x="250617" y="2402301"/>
            <a:chExt cx="188650" cy="2468354"/>
          </a:xfrm>
        </p:grpSpPr>
        <p:sp>
          <p:nvSpPr>
            <p:cNvPr id="109" name="Google Shape;109;p8"/>
            <p:cNvSpPr/>
            <p:nvPr/>
          </p:nvSpPr>
          <p:spPr>
            <a:xfrm>
              <a:off x="250617" y="4681770"/>
              <a:ext cx="188650" cy="188886"/>
            </a:xfrm>
            <a:custGeom>
              <a:avLst/>
              <a:gdLst/>
              <a:ahLst/>
              <a:cxnLst/>
              <a:rect l="l" t="t" r="r" b="b"/>
              <a:pathLst>
                <a:path w="7199" h="7208" fill="none" extrusionOk="0">
                  <a:moveTo>
                    <a:pt x="0" y="1"/>
                  </a:moveTo>
                  <a:lnTo>
                    <a:pt x="7198" y="1"/>
                  </a:lnTo>
                  <a:lnTo>
                    <a:pt x="7198" y="7207"/>
                  </a:lnTo>
                  <a:lnTo>
                    <a:pt x="0" y="7207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278316" y="4166291"/>
              <a:ext cx="133226" cy="133226"/>
            </a:xfrm>
            <a:custGeom>
              <a:avLst/>
              <a:gdLst/>
              <a:ahLst/>
              <a:cxnLst/>
              <a:rect l="l" t="t" r="r" b="b"/>
              <a:pathLst>
                <a:path w="5084" h="5084" fill="none" extrusionOk="0">
                  <a:moveTo>
                    <a:pt x="1" y="0"/>
                  </a:moveTo>
                  <a:lnTo>
                    <a:pt x="5084" y="0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304573" y="3689098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fill="none" extrusionOk="0">
                  <a:moveTo>
                    <a:pt x="1" y="0"/>
                  </a:moveTo>
                  <a:lnTo>
                    <a:pt x="3071" y="0"/>
                  </a:lnTo>
                  <a:lnTo>
                    <a:pt x="3071" y="3071"/>
                  </a:lnTo>
                  <a:lnTo>
                    <a:pt x="1" y="3071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340710" y="2402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" name="Google Shape;113;p8"/>
          <p:cNvSpPr/>
          <p:nvPr/>
        </p:nvSpPr>
        <p:spPr>
          <a:xfrm>
            <a:off x="646863" y="21446"/>
            <a:ext cx="8464" cy="1689069"/>
          </a:xfrm>
          <a:custGeom>
            <a:avLst/>
            <a:gdLst/>
            <a:ahLst/>
            <a:cxnLst/>
            <a:rect l="l" t="t" r="r" b="b"/>
            <a:pathLst>
              <a:path w="323" h="64456" extrusionOk="0">
                <a:moveTo>
                  <a:pt x="166" y="0"/>
                </a:moveTo>
                <a:lnTo>
                  <a:pt x="1" y="64456"/>
                </a:lnTo>
                <a:lnTo>
                  <a:pt x="322" y="64456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8026047" y="145861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7698906" y="311809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7090153" y="1163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996506" y="22403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1347572" y="289486"/>
            <a:ext cx="121451" cy="120978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6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786653" y="1454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9"/>
          <p:cNvGrpSpPr/>
          <p:nvPr/>
        </p:nvGrpSpPr>
        <p:grpSpPr>
          <a:xfrm>
            <a:off x="8566507" y="188009"/>
            <a:ext cx="188886" cy="1181531"/>
            <a:chOff x="2877432" y="975334"/>
            <a:chExt cx="188886" cy="1181531"/>
          </a:xfrm>
        </p:grpSpPr>
        <p:sp>
          <p:nvSpPr>
            <p:cNvPr id="124" name="Google Shape;124;p9"/>
            <p:cNvSpPr/>
            <p:nvPr/>
          </p:nvSpPr>
          <p:spPr>
            <a:xfrm>
              <a:off x="2877432" y="1968242"/>
              <a:ext cx="188886" cy="188624"/>
            </a:xfrm>
            <a:custGeom>
              <a:avLst/>
              <a:gdLst/>
              <a:ahLst/>
              <a:cxnLst/>
              <a:rect l="l" t="t" r="r" b="b"/>
              <a:pathLst>
                <a:path w="7208" h="7198" fill="none" extrusionOk="0">
                  <a:moveTo>
                    <a:pt x="1" y="0"/>
                  </a:moveTo>
                  <a:lnTo>
                    <a:pt x="7208" y="0"/>
                  </a:lnTo>
                  <a:lnTo>
                    <a:pt x="7208" y="7198"/>
                  </a:lnTo>
                  <a:lnTo>
                    <a:pt x="1" y="7198"/>
                  </a:lnTo>
                  <a:close/>
                </a:path>
              </a:pathLst>
            </a:custGeom>
            <a:noFill/>
            <a:ln w="5750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>
              <a:off x="2905393" y="1452501"/>
              <a:ext cx="133226" cy="133252"/>
            </a:xfrm>
            <a:custGeom>
              <a:avLst/>
              <a:gdLst/>
              <a:ahLst/>
              <a:cxnLst/>
              <a:rect l="l" t="t" r="r" b="b"/>
              <a:pathLst>
                <a:path w="5084" h="5085" fill="none" extrusionOk="0">
                  <a:moveTo>
                    <a:pt x="0" y="1"/>
                  </a:moveTo>
                  <a:lnTo>
                    <a:pt x="5083" y="1"/>
                  </a:lnTo>
                  <a:lnTo>
                    <a:pt x="5083" y="5084"/>
                  </a:lnTo>
                  <a:lnTo>
                    <a:pt x="0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>
              <a:off x="2931651" y="975334"/>
              <a:ext cx="80476" cy="80711"/>
            </a:xfrm>
            <a:custGeom>
              <a:avLst/>
              <a:gdLst/>
              <a:ahLst/>
              <a:cxnLst/>
              <a:rect l="l" t="t" r="r" b="b"/>
              <a:pathLst>
                <a:path w="3071" h="3080" fill="none" extrusionOk="0">
                  <a:moveTo>
                    <a:pt x="0" y="0"/>
                  </a:moveTo>
                  <a:lnTo>
                    <a:pt x="3070" y="0"/>
                  </a:lnTo>
                  <a:lnTo>
                    <a:pt x="3070" y="3080"/>
                  </a:lnTo>
                  <a:lnTo>
                    <a:pt x="0" y="3080"/>
                  </a:lnTo>
                  <a:close/>
                </a:path>
              </a:pathLst>
            </a:custGeom>
            <a:noFill/>
            <a:ln w="2525" cap="flat" cmpd="sng">
              <a:solidFill>
                <a:schemeClr val="accent6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" name="Google Shape;127;p9"/>
          <p:cNvSpPr/>
          <p:nvPr/>
        </p:nvSpPr>
        <p:spPr>
          <a:xfrm>
            <a:off x="8935726" y="10"/>
            <a:ext cx="8464" cy="2519637"/>
          </a:xfrm>
          <a:custGeom>
            <a:avLst/>
            <a:gdLst/>
            <a:ahLst/>
            <a:cxnLst/>
            <a:rect l="l" t="t" r="r" b="b"/>
            <a:pathLst>
              <a:path w="323" h="96151" extrusionOk="0">
                <a:moveTo>
                  <a:pt x="166" y="0"/>
                </a:moveTo>
                <a:lnTo>
                  <a:pt x="1" y="96150"/>
                </a:lnTo>
                <a:lnTo>
                  <a:pt x="323" y="96150"/>
                </a:lnTo>
                <a:lnTo>
                  <a:pt x="16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9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129" name="Google Shape;129;p9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250"/>
            <a:ext cx="6576000" cy="19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5" name="Google Shape;135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6" name="Google Shape;136;p11"/>
          <p:cNvGrpSpPr/>
          <p:nvPr/>
        </p:nvGrpSpPr>
        <p:grpSpPr>
          <a:xfrm>
            <a:off x="278798" y="1881556"/>
            <a:ext cx="191952" cy="1929123"/>
            <a:chOff x="278798" y="1881556"/>
            <a:chExt cx="191952" cy="1929123"/>
          </a:xfrm>
        </p:grpSpPr>
        <p:sp>
          <p:nvSpPr>
            <p:cNvPr id="137" name="Google Shape;137;p11"/>
            <p:cNvSpPr/>
            <p:nvPr/>
          </p:nvSpPr>
          <p:spPr>
            <a:xfrm>
              <a:off x="370541" y="1881556"/>
              <a:ext cx="8464" cy="1689096"/>
            </a:xfrm>
            <a:custGeom>
              <a:avLst/>
              <a:gdLst/>
              <a:ahLst/>
              <a:cxnLst/>
              <a:rect l="l" t="t" r="r" b="b"/>
              <a:pathLst>
                <a:path w="323" h="64457" extrusionOk="0">
                  <a:moveTo>
                    <a:pt x="157" y="1"/>
                  </a:moveTo>
                  <a:lnTo>
                    <a:pt x="0" y="64456"/>
                  </a:lnTo>
                  <a:lnTo>
                    <a:pt x="322" y="64456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278798" y="3618728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" name="Google Shape;139;p11"/>
          <p:cNvGrpSpPr/>
          <p:nvPr/>
        </p:nvGrpSpPr>
        <p:grpSpPr>
          <a:xfrm>
            <a:off x="8518310" y="1117301"/>
            <a:ext cx="191952" cy="1289053"/>
            <a:chOff x="8518310" y="1117301"/>
            <a:chExt cx="191952" cy="1289053"/>
          </a:xfrm>
        </p:grpSpPr>
        <p:sp>
          <p:nvSpPr>
            <p:cNvPr id="140" name="Google Shape;140;p11"/>
            <p:cNvSpPr/>
            <p:nvPr/>
          </p:nvSpPr>
          <p:spPr>
            <a:xfrm>
              <a:off x="8610060" y="1117301"/>
              <a:ext cx="8464" cy="1011487"/>
            </a:xfrm>
            <a:custGeom>
              <a:avLst/>
              <a:gdLst/>
              <a:ahLst/>
              <a:cxnLst/>
              <a:rect l="l" t="t" r="r" b="b"/>
              <a:pathLst>
                <a:path w="323" h="38599" extrusionOk="0">
                  <a:moveTo>
                    <a:pt x="157" y="1"/>
                  </a:moveTo>
                  <a:lnTo>
                    <a:pt x="0" y="38599"/>
                  </a:lnTo>
                  <a:lnTo>
                    <a:pt x="322" y="38599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8518310" y="2214403"/>
              <a:ext cx="191952" cy="191952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" name="Google Shape;142;p11"/>
          <p:cNvGrpSpPr/>
          <p:nvPr/>
        </p:nvGrpSpPr>
        <p:grpSpPr>
          <a:xfrm>
            <a:off x="8786190" y="2702371"/>
            <a:ext cx="121446" cy="1966926"/>
            <a:chOff x="8786190" y="2702371"/>
            <a:chExt cx="121446" cy="1966926"/>
          </a:xfrm>
        </p:grpSpPr>
        <p:sp>
          <p:nvSpPr>
            <p:cNvPr id="143" name="Google Shape;143;p11"/>
            <p:cNvSpPr/>
            <p:nvPr/>
          </p:nvSpPr>
          <p:spPr>
            <a:xfrm>
              <a:off x="8842675" y="2702371"/>
              <a:ext cx="8464" cy="1689069"/>
            </a:xfrm>
            <a:custGeom>
              <a:avLst/>
              <a:gdLst/>
              <a:ahLst/>
              <a:cxnLst/>
              <a:rect l="l" t="t" r="r" b="b"/>
              <a:pathLst>
                <a:path w="323" h="64456" extrusionOk="0">
                  <a:moveTo>
                    <a:pt x="166" y="0"/>
                  </a:moveTo>
                  <a:lnTo>
                    <a:pt x="1" y="64456"/>
                  </a:lnTo>
                  <a:lnTo>
                    <a:pt x="322" y="64456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8786190" y="4547851"/>
              <a:ext cx="121446" cy="121446"/>
            </a:xfrm>
            <a:custGeom>
              <a:avLst/>
              <a:gdLst/>
              <a:ahLst/>
              <a:cxnLst/>
              <a:rect l="l" t="t" r="r" b="b"/>
              <a:pathLst>
                <a:path w="4634" h="4634" extrusionOk="0">
                  <a:moveTo>
                    <a:pt x="1" y="0"/>
                  </a:moveTo>
                  <a:lnTo>
                    <a:pt x="1" y="4633"/>
                  </a:lnTo>
                  <a:lnTo>
                    <a:pt x="4634" y="4633"/>
                  </a:lnTo>
                  <a:lnTo>
                    <a:pt x="46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/>
          <p:nvPr/>
        </p:nvSpPr>
        <p:spPr>
          <a:xfrm>
            <a:off x="4949065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6784265" y="4824001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"/>
          <p:cNvSpPr/>
          <p:nvPr/>
        </p:nvSpPr>
        <p:spPr>
          <a:xfrm>
            <a:off x="7933240" y="4608576"/>
            <a:ext cx="121446" cy="121446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1297019" y="4780084"/>
            <a:ext cx="57834" cy="57599"/>
          </a:xfrm>
          <a:custGeom>
            <a:avLst/>
            <a:gdLst/>
            <a:ahLst/>
            <a:cxnLst/>
            <a:rect l="l" t="t" r="r" b="b"/>
            <a:pathLst>
              <a:path w="2207" h="2198" fill="none" extrusionOk="0">
                <a:moveTo>
                  <a:pt x="0" y="0"/>
                </a:moveTo>
                <a:lnTo>
                  <a:pt x="2207" y="0"/>
                </a:lnTo>
                <a:lnTo>
                  <a:pt x="2207" y="2197"/>
                </a:lnTo>
                <a:lnTo>
                  <a:pt x="0" y="2197"/>
                </a:lnTo>
                <a:close/>
              </a:path>
            </a:pathLst>
          </a:custGeom>
          <a:noFill/>
          <a:ln w="29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hare Tech"/>
              <a:buNone/>
              <a:defRPr sz="28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YUPktXSveQq3bkjU0r-5XaivMZVrYDDep__BU80h3JA/cop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ctrTitle"/>
          </p:nvPr>
        </p:nvSpPr>
        <p:spPr>
          <a:xfrm>
            <a:off x="613244" y="1546211"/>
            <a:ext cx="4242900" cy="18392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Toxic</a:t>
            </a:r>
            <a:r>
              <a:rPr lang="en" dirty="0"/>
              <a:t> </a:t>
            </a:r>
            <a:r>
              <a:rPr lang="en-US" dirty="0">
                <a:solidFill>
                  <a:schemeClr val="accent2"/>
                </a:solidFill>
              </a:rPr>
              <a:t>Comment</a:t>
            </a:r>
            <a:r>
              <a:rPr lang="en-US" dirty="0"/>
              <a:t> </a:t>
            </a:r>
            <a:r>
              <a:rPr lang="en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Classification</a:t>
            </a:r>
            <a:endParaRPr dirty="0"/>
          </a:p>
        </p:txBody>
      </p:sp>
      <p:sp>
        <p:nvSpPr>
          <p:cNvPr id="159" name="Google Shape;159;p14"/>
          <p:cNvSpPr/>
          <p:nvPr/>
        </p:nvSpPr>
        <p:spPr>
          <a:xfrm>
            <a:off x="3688231" y="67654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6829234" y="3495813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8055557" y="134431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4229517" y="4248683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4"/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165" name="Google Shape;165;p14"/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4"/>
          <p:cNvGrpSpPr/>
          <p:nvPr/>
        </p:nvGrpSpPr>
        <p:grpSpPr>
          <a:xfrm>
            <a:off x="6608011" y="1054827"/>
            <a:ext cx="133252" cy="1952377"/>
            <a:chOff x="6780548" y="337714"/>
            <a:chExt cx="133252" cy="1952377"/>
          </a:xfrm>
        </p:grpSpPr>
        <p:sp>
          <p:nvSpPr>
            <p:cNvPr id="168" name="Google Shape;168;p14"/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14"/>
          <p:cNvGrpSpPr/>
          <p:nvPr/>
        </p:nvGrpSpPr>
        <p:grpSpPr>
          <a:xfrm>
            <a:off x="7142605" y="260834"/>
            <a:ext cx="199237" cy="2828935"/>
            <a:chOff x="1608717" y="1280046"/>
            <a:chExt cx="199237" cy="2828935"/>
          </a:xfrm>
        </p:grpSpPr>
        <p:sp>
          <p:nvSpPr>
            <p:cNvPr id="171" name="Google Shape;171;p14"/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14"/>
          <p:cNvGrpSpPr/>
          <p:nvPr/>
        </p:nvGrpSpPr>
        <p:grpSpPr>
          <a:xfrm>
            <a:off x="5260692" y="676553"/>
            <a:ext cx="80476" cy="2708957"/>
            <a:chOff x="5260692" y="676553"/>
            <a:chExt cx="80476" cy="2708957"/>
          </a:xfrm>
        </p:grpSpPr>
        <p:sp>
          <p:nvSpPr>
            <p:cNvPr id="175" name="Google Shape;175;p14"/>
            <p:cNvSpPr/>
            <p:nvPr/>
          </p:nvSpPr>
          <p:spPr>
            <a:xfrm>
              <a:off x="5260692" y="3305034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" y="1"/>
                  </a:moveTo>
                  <a:lnTo>
                    <a:pt x="1" y="3071"/>
                  </a:lnTo>
                  <a:lnTo>
                    <a:pt x="3071" y="3071"/>
                  </a:lnTo>
                  <a:lnTo>
                    <a:pt x="30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5296692" y="676553"/>
              <a:ext cx="8464" cy="2519663"/>
            </a:xfrm>
            <a:custGeom>
              <a:avLst/>
              <a:gdLst/>
              <a:ahLst/>
              <a:cxnLst/>
              <a:rect l="l" t="t" r="r" b="b"/>
              <a:pathLst>
                <a:path w="323" h="96152" extrusionOk="0">
                  <a:moveTo>
                    <a:pt x="166" y="1"/>
                  </a:moveTo>
                  <a:lnTo>
                    <a:pt x="1" y="96151"/>
                  </a:lnTo>
                  <a:lnTo>
                    <a:pt x="322" y="96151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4"/>
          <p:cNvSpPr/>
          <p:nvPr/>
        </p:nvSpPr>
        <p:spPr>
          <a:xfrm>
            <a:off x="7670738" y="2784681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14"/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79" name="Google Shape;179;p14"/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5930000" y="1241705"/>
            <a:ext cx="199001" cy="867198"/>
            <a:chOff x="4475150" y="4052605"/>
            <a:chExt cx="199001" cy="867198"/>
          </a:xfrm>
        </p:grpSpPr>
        <p:sp>
          <p:nvSpPr>
            <p:cNvPr id="182" name="Google Shape;182;p14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5" name="Google Shape;185;p14"/>
          <p:cNvSpPr/>
          <p:nvPr/>
        </p:nvSpPr>
        <p:spPr>
          <a:xfrm>
            <a:off x="5545159" y="4115388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57;p14">
            <a:extLst>
              <a:ext uri="{FF2B5EF4-FFF2-40B4-BE49-F238E27FC236}">
                <a16:creationId xmlns:a16="http://schemas.microsoft.com/office/drawing/2014/main" id="{2AEAADCB-E3AD-F710-1756-8B56F223EC4C}"/>
              </a:ext>
            </a:extLst>
          </p:cNvPr>
          <p:cNvSpPr txBox="1">
            <a:spLocks/>
          </p:cNvSpPr>
          <p:nvPr/>
        </p:nvSpPr>
        <p:spPr>
          <a:xfrm>
            <a:off x="638484" y="3385510"/>
            <a:ext cx="4242900" cy="480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hare Tech"/>
              <a:buNone/>
              <a:defRPr sz="5200" b="0" i="0" u="none" strike="noStrike" cap="none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ebas Neue"/>
              <a:buNone/>
              <a:defRPr sz="5200" b="0" i="0" u="none" strike="noStrike" cap="none">
                <a:solidFill>
                  <a:srgbClr val="191919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000" dirty="0">
                <a:latin typeface="Maven Pro" panose="020B0604020202020204" charset="0"/>
              </a:rPr>
              <a:t>Supervisor : Eng Fady Maher </a:t>
            </a:r>
            <a:endParaRPr lang="en-US" sz="2000" b="1" dirty="0">
              <a:latin typeface="Maven Pro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D163DC6F-91CE-8999-C063-6E4F9B57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>
            <a:extLst>
              <a:ext uri="{FF2B5EF4-FFF2-40B4-BE49-F238E27FC236}">
                <a16:creationId xmlns:a16="http://schemas.microsoft.com/office/drawing/2014/main" id="{BB9F1946-34BD-56EF-9276-CEFCAC20544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839" y="797979"/>
            <a:ext cx="5068320" cy="7472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b="1" dirty="0">
                <a:latin typeface="Maven Pro" panose="020B0604020202020204" charset="0"/>
              </a:rPr>
              <a:t>Team Members</a:t>
            </a:r>
          </a:p>
        </p:txBody>
      </p:sp>
      <p:sp>
        <p:nvSpPr>
          <p:cNvPr id="158" name="Google Shape;158;p14">
            <a:extLst>
              <a:ext uri="{FF2B5EF4-FFF2-40B4-BE49-F238E27FC236}">
                <a16:creationId xmlns:a16="http://schemas.microsoft.com/office/drawing/2014/main" id="{5E75171E-DBF8-37AF-3395-D57C85DBF5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38601" y="1633104"/>
            <a:ext cx="3510440" cy="19959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aven Pro" panose="020B0604020202020204" charset="0"/>
              </a:rPr>
              <a:t>Omer Hamada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aven Pro" panose="020B0604020202020204" charset="0"/>
              </a:rPr>
              <a:t>Hend Abdel Nasser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aven Pro" panose="020B0604020202020204" charset="0"/>
              </a:rPr>
              <a:t>Hesham Mostafa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aven Pro" panose="020B0604020202020204" charset="0"/>
              </a:rPr>
              <a:t>Yara Yasser</a:t>
            </a:r>
          </a:p>
        </p:txBody>
      </p:sp>
      <p:sp>
        <p:nvSpPr>
          <p:cNvPr id="159" name="Google Shape;159;p14">
            <a:extLst>
              <a:ext uri="{FF2B5EF4-FFF2-40B4-BE49-F238E27FC236}">
                <a16:creationId xmlns:a16="http://schemas.microsoft.com/office/drawing/2014/main" id="{C9B71C7F-0045-B44B-128D-432538C5C68D}"/>
              </a:ext>
            </a:extLst>
          </p:cNvPr>
          <p:cNvSpPr/>
          <p:nvPr/>
        </p:nvSpPr>
        <p:spPr>
          <a:xfrm>
            <a:off x="3688231" y="676545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4">
            <a:extLst>
              <a:ext uri="{FF2B5EF4-FFF2-40B4-BE49-F238E27FC236}">
                <a16:creationId xmlns:a16="http://schemas.microsoft.com/office/drawing/2014/main" id="{001B3F01-096F-C6DF-66C3-DDC0BEB81E13}"/>
              </a:ext>
            </a:extLst>
          </p:cNvPr>
          <p:cNvSpPr/>
          <p:nvPr/>
        </p:nvSpPr>
        <p:spPr>
          <a:xfrm>
            <a:off x="6829234" y="3495813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">
            <a:extLst>
              <a:ext uri="{FF2B5EF4-FFF2-40B4-BE49-F238E27FC236}">
                <a16:creationId xmlns:a16="http://schemas.microsoft.com/office/drawing/2014/main" id="{D2962753-A7B7-AB7B-41BD-176419E1DEF3}"/>
              </a:ext>
            </a:extLst>
          </p:cNvPr>
          <p:cNvSpPr/>
          <p:nvPr/>
        </p:nvSpPr>
        <p:spPr>
          <a:xfrm>
            <a:off x="8055557" y="1344311"/>
            <a:ext cx="104086" cy="104322"/>
          </a:xfrm>
          <a:custGeom>
            <a:avLst/>
            <a:gdLst/>
            <a:ahLst/>
            <a:cxnLst/>
            <a:rect l="l" t="t" r="r" b="b"/>
            <a:pathLst>
              <a:path w="3972" h="3981" fill="none" extrusionOk="0">
                <a:moveTo>
                  <a:pt x="1" y="1"/>
                </a:moveTo>
                <a:lnTo>
                  <a:pt x="3972" y="1"/>
                </a:lnTo>
                <a:lnTo>
                  <a:pt x="3972" y="3981"/>
                </a:lnTo>
                <a:lnTo>
                  <a:pt x="1" y="3981"/>
                </a:lnTo>
                <a:close/>
              </a:path>
            </a:pathLst>
          </a:custGeom>
          <a:noFill/>
          <a:ln w="2975" cap="flat" cmpd="sng">
            <a:solidFill>
              <a:schemeClr val="accent2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">
            <a:extLst>
              <a:ext uri="{FF2B5EF4-FFF2-40B4-BE49-F238E27FC236}">
                <a16:creationId xmlns:a16="http://schemas.microsoft.com/office/drawing/2014/main" id="{1AC9129E-6EF8-999E-66B1-DB3242D88A25}"/>
              </a:ext>
            </a:extLst>
          </p:cNvPr>
          <p:cNvSpPr/>
          <p:nvPr/>
        </p:nvSpPr>
        <p:spPr>
          <a:xfrm>
            <a:off x="5969504" y="3118803"/>
            <a:ext cx="119993" cy="119966"/>
          </a:xfrm>
          <a:custGeom>
            <a:avLst/>
            <a:gdLst/>
            <a:ahLst/>
            <a:cxnLst/>
            <a:rect l="l" t="t" r="r" b="b"/>
            <a:pathLst>
              <a:path w="4579" h="4578" extrusionOk="0">
                <a:moveTo>
                  <a:pt x="1" y="0"/>
                </a:moveTo>
                <a:lnTo>
                  <a:pt x="1" y="4578"/>
                </a:lnTo>
                <a:lnTo>
                  <a:pt x="4578" y="4578"/>
                </a:lnTo>
                <a:lnTo>
                  <a:pt x="45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19A6B956-AD2B-E8C6-6EAB-BE347396A033}"/>
              </a:ext>
            </a:extLst>
          </p:cNvPr>
          <p:cNvSpPr/>
          <p:nvPr/>
        </p:nvSpPr>
        <p:spPr>
          <a:xfrm>
            <a:off x="4229517" y="4248683"/>
            <a:ext cx="119993" cy="119993"/>
          </a:xfrm>
          <a:custGeom>
            <a:avLst/>
            <a:gdLst/>
            <a:ahLst/>
            <a:cxnLst/>
            <a:rect l="l" t="t" r="r" b="b"/>
            <a:pathLst>
              <a:path w="4579" h="4579" extrusionOk="0">
                <a:moveTo>
                  <a:pt x="0" y="1"/>
                </a:moveTo>
                <a:lnTo>
                  <a:pt x="0" y="4578"/>
                </a:lnTo>
                <a:lnTo>
                  <a:pt x="4578" y="4578"/>
                </a:lnTo>
                <a:lnTo>
                  <a:pt x="457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4">
            <a:extLst>
              <a:ext uri="{FF2B5EF4-FFF2-40B4-BE49-F238E27FC236}">
                <a16:creationId xmlns:a16="http://schemas.microsoft.com/office/drawing/2014/main" id="{EA9981D4-4D38-99E6-2374-46E9BBA4D6A4}"/>
              </a:ext>
            </a:extLst>
          </p:cNvPr>
          <p:cNvGrpSpPr/>
          <p:nvPr/>
        </p:nvGrpSpPr>
        <p:grpSpPr>
          <a:xfrm>
            <a:off x="6232314" y="3696331"/>
            <a:ext cx="121434" cy="1073147"/>
            <a:chOff x="6232314" y="3696331"/>
            <a:chExt cx="121434" cy="1073147"/>
          </a:xfrm>
        </p:grpSpPr>
        <p:sp>
          <p:nvSpPr>
            <p:cNvPr id="165" name="Google Shape;165;p14">
              <a:extLst>
                <a:ext uri="{FF2B5EF4-FFF2-40B4-BE49-F238E27FC236}">
                  <a16:creationId xmlns:a16="http://schemas.microsoft.com/office/drawing/2014/main" id="{F58BDAA9-CFD8-C34E-9E04-9AB79B31F382}"/>
                </a:ext>
              </a:extLst>
            </p:cNvPr>
            <p:cNvSpPr/>
            <p:nvPr/>
          </p:nvSpPr>
          <p:spPr>
            <a:xfrm>
              <a:off x="6232314" y="4648280"/>
              <a:ext cx="121434" cy="121198"/>
            </a:xfrm>
            <a:custGeom>
              <a:avLst/>
              <a:gdLst/>
              <a:ahLst/>
              <a:cxnLst/>
              <a:rect l="l" t="t" r="r" b="b"/>
              <a:pathLst>
                <a:path w="4634" h="4625" extrusionOk="0">
                  <a:moveTo>
                    <a:pt x="0" y="1"/>
                  </a:moveTo>
                  <a:lnTo>
                    <a:pt x="0" y="4624"/>
                  </a:lnTo>
                  <a:lnTo>
                    <a:pt x="4633" y="4624"/>
                  </a:lnTo>
                  <a:lnTo>
                    <a:pt x="46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4">
              <a:extLst>
                <a:ext uri="{FF2B5EF4-FFF2-40B4-BE49-F238E27FC236}">
                  <a16:creationId xmlns:a16="http://schemas.microsoft.com/office/drawing/2014/main" id="{78BC76C2-25AC-CD31-F4FD-243EE86CA0C5}"/>
                </a:ext>
              </a:extLst>
            </p:cNvPr>
            <p:cNvSpPr/>
            <p:nvPr/>
          </p:nvSpPr>
          <p:spPr>
            <a:xfrm>
              <a:off x="6288681" y="3696331"/>
              <a:ext cx="8700" cy="872731"/>
            </a:xfrm>
            <a:custGeom>
              <a:avLst/>
              <a:gdLst/>
              <a:ahLst/>
              <a:cxnLst/>
              <a:rect l="l" t="t" r="r" b="b"/>
              <a:pathLst>
                <a:path w="332" h="33304" extrusionOk="0">
                  <a:moveTo>
                    <a:pt x="166" y="0"/>
                  </a:moveTo>
                  <a:lnTo>
                    <a:pt x="0" y="33304"/>
                  </a:lnTo>
                  <a:lnTo>
                    <a:pt x="331" y="33304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4">
            <a:extLst>
              <a:ext uri="{FF2B5EF4-FFF2-40B4-BE49-F238E27FC236}">
                <a16:creationId xmlns:a16="http://schemas.microsoft.com/office/drawing/2014/main" id="{606EBEB4-8028-EFE1-0E96-E8DD05785FA3}"/>
              </a:ext>
            </a:extLst>
          </p:cNvPr>
          <p:cNvGrpSpPr/>
          <p:nvPr/>
        </p:nvGrpSpPr>
        <p:grpSpPr>
          <a:xfrm>
            <a:off x="6608011" y="1054827"/>
            <a:ext cx="133252" cy="1952377"/>
            <a:chOff x="6780548" y="337714"/>
            <a:chExt cx="133252" cy="1952377"/>
          </a:xfrm>
        </p:grpSpPr>
        <p:sp>
          <p:nvSpPr>
            <p:cNvPr id="168" name="Google Shape;168;p14">
              <a:extLst>
                <a:ext uri="{FF2B5EF4-FFF2-40B4-BE49-F238E27FC236}">
                  <a16:creationId xmlns:a16="http://schemas.microsoft.com/office/drawing/2014/main" id="{C202C7AF-DF53-5229-47A9-0740CAB7C5DC}"/>
                </a:ext>
              </a:extLst>
            </p:cNvPr>
            <p:cNvSpPr/>
            <p:nvPr/>
          </p:nvSpPr>
          <p:spPr>
            <a:xfrm>
              <a:off x="6780548" y="2156839"/>
              <a:ext cx="133252" cy="133252"/>
            </a:xfrm>
            <a:custGeom>
              <a:avLst/>
              <a:gdLst/>
              <a:ahLst/>
              <a:cxnLst/>
              <a:rect l="l" t="t" r="r" b="b"/>
              <a:pathLst>
                <a:path w="5085" h="5085" fill="none" extrusionOk="0">
                  <a:moveTo>
                    <a:pt x="1" y="1"/>
                  </a:moveTo>
                  <a:lnTo>
                    <a:pt x="5084" y="1"/>
                  </a:lnTo>
                  <a:lnTo>
                    <a:pt x="5084" y="5084"/>
                  </a:lnTo>
                  <a:lnTo>
                    <a:pt x="1" y="5084"/>
                  </a:lnTo>
                  <a:close/>
                </a:path>
              </a:pathLst>
            </a:custGeom>
            <a:noFill/>
            <a:ln w="4125" cap="flat" cmpd="sng">
              <a:solidFill>
                <a:schemeClr val="accent3"/>
              </a:solidFill>
              <a:prstDash val="solid"/>
              <a:miter lim="91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4">
              <a:extLst>
                <a:ext uri="{FF2B5EF4-FFF2-40B4-BE49-F238E27FC236}">
                  <a16:creationId xmlns:a16="http://schemas.microsoft.com/office/drawing/2014/main" id="{9940131A-D39E-F57A-8F7C-8E697B66170E}"/>
                </a:ext>
              </a:extLst>
            </p:cNvPr>
            <p:cNvSpPr/>
            <p:nvPr/>
          </p:nvSpPr>
          <p:spPr>
            <a:xfrm>
              <a:off x="6842943" y="337714"/>
              <a:ext cx="8464" cy="1695359"/>
            </a:xfrm>
            <a:custGeom>
              <a:avLst/>
              <a:gdLst/>
              <a:ahLst/>
              <a:cxnLst/>
              <a:rect l="l" t="t" r="r" b="b"/>
              <a:pathLst>
                <a:path w="323" h="64696" extrusionOk="0">
                  <a:moveTo>
                    <a:pt x="157" y="0"/>
                  </a:moveTo>
                  <a:lnTo>
                    <a:pt x="1" y="64695"/>
                  </a:lnTo>
                  <a:lnTo>
                    <a:pt x="322" y="64695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" name="Google Shape;170;p14">
            <a:extLst>
              <a:ext uri="{FF2B5EF4-FFF2-40B4-BE49-F238E27FC236}">
                <a16:creationId xmlns:a16="http://schemas.microsoft.com/office/drawing/2014/main" id="{633A163E-89B6-A6CF-74F4-DEA2C253D2FA}"/>
              </a:ext>
            </a:extLst>
          </p:cNvPr>
          <p:cNvGrpSpPr/>
          <p:nvPr/>
        </p:nvGrpSpPr>
        <p:grpSpPr>
          <a:xfrm>
            <a:off x="7142605" y="260834"/>
            <a:ext cx="199237" cy="2828935"/>
            <a:chOff x="1608717" y="1280046"/>
            <a:chExt cx="199237" cy="2828935"/>
          </a:xfrm>
        </p:grpSpPr>
        <p:sp>
          <p:nvSpPr>
            <p:cNvPr id="171" name="Google Shape;171;p14">
              <a:extLst>
                <a:ext uri="{FF2B5EF4-FFF2-40B4-BE49-F238E27FC236}">
                  <a16:creationId xmlns:a16="http://schemas.microsoft.com/office/drawing/2014/main" id="{0C279D33-5C80-4048-9540-1A273C627E3A}"/>
                </a:ext>
              </a:extLst>
            </p:cNvPr>
            <p:cNvSpPr/>
            <p:nvPr/>
          </p:nvSpPr>
          <p:spPr>
            <a:xfrm>
              <a:off x="1608717" y="3909744"/>
              <a:ext cx="199237" cy="199237"/>
            </a:xfrm>
            <a:custGeom>
              <a:avLst/>
              <a:gdLst/>
              <a:ahLst/>
              <a:cxnLst/>
              <a:rect l="l" t="t" r="r" b="b"/>
              <a:pathLst>
                <a:path w="7603" h="7603" extrusionOk="0">
                  <a:moveTo>
                    <a:pt x="0" y="1"/>
                  </a:moveTo>
                  <a:lnTo>
                    <a:pt x="0" y="7602"/>
                  </a:lnTo>
                  <a:lnTo>
                    <a:pt x="7602" y="7602"/>
                  </a:lnTo>
                  <a:lnTo>
                    <a:pt x="76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4">
              <a:extLst>
                <a:ext uri="{FF2B5EF4-FFF2-40B4-BE49-F238E27FC236}">
                  <a16:creationId xmlns:a16="http://schemas.microsoft.com/office/drawing/2014/main" id="{5384A995-772A-BC61-AD44-0B9D61BDB099}"/>
                </a:ext>
              </a:extLst>
            </p:cNvPr>
            <p:cNvSpPr/>
            <p:nvPr/>
          </p:nvSpPr>
          <p:spPr>
            <a:xfrm>
              <a:off x="1656175" y="3269477"/>
              <a:ext cx="104086" cy="104086"/>
            </a:xfrm>
            <a:custGeom>
              <a:avLst/>
              <a:gdLst/>
              <a:ahLst/>
              <a:cxnLst/>
              <a:rect l="l" t="t" r="r" b="b"/>
              <a:pathLst>
                <a:path w="3972" h="3972" extrusionOk="0">
                  <a:moveTo>
                    <a:pt x="0" y="1"/>
                  </a:moveTo>
                  <a:lnTo>
                    <a:pt x="0" y="3972"/>
                  </a:lnTo>
                  <a:lnTo>
                    <a:pt x="3971" y="3972"/>
                  </a:lnTo>
                  <a:lnTo>
                    <a:pt x="39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4">
              <a:extLst>
                <a:ext uri="{FF2B5EF4-FFF2-40B4-BE49-F238E27FC236}">
                  <a16:creationId xmlns:a16="http://schemas.microsoft.com/office/drawing/2014/main" id="{E8864E16-C84F-FB83-BB85-9E0EB2E38BC2}"/>
                </a:ext>
              </a:extLst>
            </p:cNvPr>
            <p:cNvSpPr/>
            <p:nvPr/>
          </p:nvSpPr>
          <p:spPr>
            <a:xfrm>
              <a:off x="1704104" y="1280046"/>
              <a:ext cx="8464" cy="1794099"/>
            </a:xfrm>
            <a:custGeom>
              <a:avLst/>
              <a:gdLst/>
              <a:ahLst/>
              <a:cxnLst/>
              <a:rect l="l" t="t" r="r" b="b"/>
              <a:pathLst>
                <a:path w="323" h="68464" extrusionOk="0">
                  <a:moveTo>
                    <a:pt x="157" y="0"/>
                  </a:moveTo>
                  <a:lnTo>
                    <a:pt x="0" y="68464"/>
                  </a:lnTo>
                  <a:lnTo>
                    <a:pt x="322" y="68464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14">
            <a:extLst>
              <a:ext uri="{FF2B5EF4-FFF2-40B4-BE49-F238E27FC236}">
                <a16:creationId xmlns:a16="http://schemas.microsoft.com/office/drawing/2014/main" id="{B7A4C3CB-2BC8-1989-F8F4-D5D7CED586B8}"/>
              </a:ext>
            </a:extLst>
          </p:cNvPr>
          <p:cNvGrpSpPr/>
          <p:nvPr/>
        </p:nvGrpSpPr>
        <p:grpSpPr>
          <a:xfrm>
            <a:off x="5260692" y="676553"/>
            <a:ext cx="80476" cy="2708957"/>
            <a:chOff x="5260692" y="676553"/>
            <a:chExt cx="80476" cy="2708957"/>
          </a:xfrm>
        </p:grpSpPr>
        <p:sp>
          <p:nvSpPr>
            <p:cNvPr id="175" name="Google Shape;175;p14">
              <a:extLst>
                <a:ext uri="{FF2B5EF4-FFF2-40B4-BE49-F238E27FC236}">
                  <a16:creationId xmlns:a16="http://schemas.microsoft.com/office/drawing/2014/main" id="{CF4F129F-4330-C8FE-D6AF-8B504AFAFF9B}"/>
                </a:ext>
              </a:extLst>
            </p:cNvPr>
            <p:cNvSpPr/>
            <p:nvPr/>
          </p:nvSpPr>
          <p:spPr>
            <a:xfrm>
              <a:off x="5260692" y="3305034"/>
              <a:ext cx="80476" cy="80476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" y="1"/>
                  </a:moveTo>
                  <a:lnTo>
                    <a:pt x="1" y="3071"/>
                  </a:lnTo>
                  <a:lnTo>
                    <a:pt x="3071" y="3071"/>
                  </a:lnTo>
                  <a:lnTo>
                    <a:pt x="30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>
              <a:extLst>
                <a:ext uri="{FF2B5EF4-FFF2-40B4-BE49-F238E27FC236}">
                  <a16:creationId xmlns:a16="http://schemas.microsoft.com/office/drawing/2014/main" id="{4F96A6FD-8A8B-A0A5-ED30-B73BDB6FFCE1}"/>
                </a:ext>
              </a:extLst>
            </p:cNvPr>
            <p:cNvSpPr/>
            <p:nvPr/>
          </p:nvSpPr>
          <p:spPr>
            <a:xfrm>
              <a:off x="5296692" y="676553"/>
              <a:ext cx="8464" cy="2519663"/>
            </a:xfrm>
            <a:custGeom>
              <a:avLst/>
              <a:gdLst/>
              <a:ahLst/>
              <a:cxnLst/>
              <a:rect l="l" t="t" r="r" b="b"/>
              <a:pathLst>
                <a:path w="323" h="96152" extrusionOk="0">
                  <a:moveTo>
                    <a:pt x="166" y="1"/>
                  </a:moveTo>
                  <a:lnTo>
                    <a:pt x="1" y="96151"/>
                  </a:lnTo>
                  <a:lnTo>
                    <a:pt x="322" y="96151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4">
            <a:extLst>
              <a:ext uri="{FF2B5EF4-FFF2-40B4-BE49-F238E27FC236}">
                <a16:creationId xmlns:a16="http://schemas.microsoft.com/office/drawing/2014/main" id="{9AAC0194-47C4-C43B-6D2E-57C22B260E4E}"/>
              </a:ext>
            </a:extLst>
          </p:cNvPr>
          <p:cNvSpPr/>
          <p:nvPr/>
        </p:nvSpPr>
        <p:spPr>
          <a:xfrm>
            <a:off x="7670738" y="2784681"/>
            <a:ext cx="8464" cy="1689096"/>
          </a:xfrm>
          <a:custGeom>
            <a:avLst/>
            <a:gdLst/>
            <a:ahLst/>
            <a:cxnLst/>
            <a:rect l="l" t="t" r="r" b="b"/>
            <a:pathLst>
              <a:path w="323" h="64457" extrusionOk="0">
                <a:moveTo>
                  <a:pt x="157" y="1"/>
                </a:moveTo>
                <a:lnTo>
                  <a:pt x="0" y="64456"/>
                </a:lnTo>
                <a:lnTo>
                  <a:pt x="322" y="64456"/>
                </a:lnTo>
                <a:lnTo>
                  <a:pt x="15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14">
            <a:extLst>
              <a:ext uri="{FF2B5EF4-FFF2-40B4-BE49-F238E27FC236}">
                <a16:creationId xmlns:a16="http://schemas.microsoft.com/office/drawing/2014/main" id="{9A82FCE4-060B-BD06-889F-B0E3F2B9A62F}"/>
              </a:ext>
            </a:extLst>
          </p:cNvPr>
          <p:cNvGrpSpPr/>
          <p:nvPr/>
        </p:nvGrpSpPr>
        <p:grpSpPr>
          <a:xfrm>
            <a:off x="8008096" y="2108910"/>
            <a:ext cx="199001" cy="2139769"/>
            <a:chOff x="8008096" y="2108910"/>
            <a:chExt cx="199001" cy="2139769"/>
          </a:xfrm>
        </p:grpSpPr>
        <p:sp>
          <p:nvSpPr>
            <p:cNvPr id="179" name="Google Shape;179;p14">
              <a:extLst>
                <a:ext uri="{FF2B5EF4-FFF2-40B4-BE49-F238E27FC236}">
                  <a16:creationId xmlns:a16="http://schemas.microsoft.com/office/drawing/2014/main" id="{FFAED912-25DF-CEC7-631C-158FB9FC6E8B}"/>
                </a:ext>
              </a:extLst>
            </p:cNvPr>
            <p:cNvSpPr/>
            <p:nvPr/>
          </p:nvSpPr>
          <p:spPr>
            <a:xfrm>
              <a:off x="8008096" y="4049705"/>
              <a:ext cx="199001" cy="198975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>
              <a:extLst>
                <a:ext uri="{FF2B5EF4-FFF2-40B4-BE49-F238E27FC236}">
                  <a16:creationId xmlns:a16="http://schemas.microsoft.com/office/drawing/2014/main" id="{2B1FF1FA-7029-4741-891E-F32344439965}"/>
                </a:ext>
              </a:extLst>
            </p:cNvPr>
            <p:cNvSpPr/>
            <p:nvPr/>
          </p:nvSpPr>
          <p:spPr>
            <a:xfrm>
              <a:off x="8103246" y="2108910"/>
              <a:ext cx="8464" cy="1793863"/>
            </a:xfrm>
            <a:custGeom>
              <a:avLst/>
              <a:gdLst/>
              <a:ahLst/>
              <a:cxnLst/>
              <a:rect l="l" t="t" r="r" b="b"/>
              <a:pathLst>
                <a:path w="323" h="68455" extrusionOk="0">
                  <a:moveTo>
                    <a:pt x="166" y="1"/>
                  </a:moveTo>
                  <a:lnTo>
                    <a:pt x="0" y="68455"/>
                  </a:lnTo>
                  <a:lnTo>
                    <a:pt x="322" y="68455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" name="Google Shape;181;p14">
            <a:extLst>
              <a:ext uri="{FF2B5EF4-FFF2-40B4-BE49-F238E27FC236}">
                <a16:creationId xmlns:a16="http://schemas.microsoft.com/office/drawing/2014/main" id="{B8E0AEE1-1029-76C3-8EAD-FFAF48AB4F62}"/>
              </a:ext>
            </a:extLst>
          </p:cNvPr>
          <p:cNvGrpSpPr/>
          <p:nvPr/>
        </p:nvGrpSpPr>
        <p:grpSpPr>
          <a:xfrm>
            <a:off x="736137" y="1241705"/>
            <a:ext cx="5392864" cy="2159604"/>
            <a:chOff x="-718713" y="4052605"/>
            <a:chExt cx="5392864" cy="2159604"/>
          </a:xfrm>
        </p:grpSpPr>
        <p:sp>
          <p:nvSpPr>
            <p:cNvPr id="182" name="Google Shape;182;p14">
              <a:extLst>
                <a:ext uri="{FF2B5EF4-FFF2-40B4-BE49-F238E27FC236}">
                  <a16:creationId xmlns:a16="http://schemas.microsoft.com/office/drawing/2014/main" id="{E07C3A65-7A5A-E1AC-84FB-F1AC622A82C3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>
              <a:extLst>
                <a:ext uri="{FF2B5EF4-FFF2-40B4-BE49-F238E27FC236}">
                  <a16:creationId xmlns:a16="http://schemas.microsoft.com/office/drawing/2014/main" id="{0BCFDA31-0961-F98B-8653-C72EAF1F0C93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>
              <a:extLst>
                <a:ext uri="{FF2B5EF4-FFF2-40B4-BE49-F238E27FC236}">
                  <a16:creationId xmlns:a16="http://schemas.microsoft.com/office/drawing/2014/main" id="{29041D8E-EF6A-E84E-F4C4-43DC5E6FB37D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" name="Google Shape;184;p14">
              <a:extLst>
                <a:ext uri="{FF2B5EF4-FFF2-40B4-BE49-F238E27FC236}">
                  <a16:creationId xmlns:a16="http://schemas.microsoft.com/office/drawing/2014/main" id="{A29F1EBA-2E23-A84F-6829-55D9210D3C0A}"/>
                </a:ext>
              </a:extLst>
            </p:cNvPr>
            <p:cNvSpPr/>
            <p:nvPr/>
          </p:nvSpPr>
          <p:spPr>
            <a:xfrm>
              <a:off x="-718713" y="6123219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85" name="Google Shape;185;p14">
            <a:extLst>
              <a:ext uri="{FF2B5EF4-FFF2-40B4-BE49-F238E27FC236}">
                <a16:creationId xmlns:a16="http://schemas.microsoft.com/office/drawing/2014/main" id="{368B5162-B475-6CAB-5168-611C45CAF892}"/>
              </a:ext>
            </a:extLst>
          </p:cNvPr>
          <p:cNvSpPr/>
          <p:nvPr/>
        </p:nvSpPr>
        <p:spPr>
          <a:xfrm>
            <a:off x="5545159" y="4115388"/>
            <a:ext cx="133275" cy="133275"/>
          </a:xfrm>
          <a:custGeom>
            <a:avLst/>
            <a:gdLst/>
            <a:ahLst/>
            <a:cxnLst/>
            <a:rect l="l" t="t" r="r" b="b"/>
            <a:pathLst>
              <a:path w="2207" h="2207" fill="none" extrusionOk="0">
                <a:moveTo>
                  <a:pt x="0" y="1"/>
                </a:moveTo>
                <a:lnTo>
                  <a:pt x="2206" y="1"/>
                </a:lnTo>
                <a:lnTo>
                  <a:pt x="2206" y="2207"/>
                </a:lnTo>
                <a:lnTo>
                  <a:pt x="0" y="2207"/>
                </a:lnTo>
                <a:close/>
              </a:path>
            </a:pathLst>
          </a:custGeom>
          <a:noFill/>
          <a:ln w="1375" cap="flat" cmpd="sng">
            <a:solidFill>
              <a:schemeClr val="accent1"/>
            </a:solidFill>
            <a:prstDash val="solid"/>
            <a:miter lim="919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84;p14">
            <a:extLst>
              <a:ext uri="{FF2B5EF4-FFF2-40B4-BE49-F238E27FC236}">
                <a16:creationId xmlns:a16="http://schemas.microsoft.com/office/drawing/2014/main" id="{F19F7209-3077-016A-474E-CF20DB0DE4D2}"/>
              </a:ext>
            </a:extLst>
          </p:cNvPr>
          <p:cNvSpPr/>
          <p:nvPr/>
        </p:nvSpPr>
        <p:spPr>
          <a:xfrm>
            <a:off x="732223" y="2417723"/>
            <a:ext cx="80477" cy="88990"/>
          </a:xfrm>
          <a:custGeom>
            <a:avLst/>
            <a:gdLst/>
            <a:ahLst/>
            <a:cxnLst/>
            <a:rect l="l" t="t" r="r" b="b"/>
            <a:pathLst>
              <a:path w="7594" h="7593" extrusionOk="0">
                <a:moveTo>
                  <a:pt x="1" y="0"/>
                </a:moveTo>
                <a:lnTo>
                  <a:pt x="1" y="7593"/>
                </a:lnTo>
                <a:lnTo>
                  <a:pt x="7593" y="7593"/>
                </a:lnTo>
                <a:lnTo>
                  <a:pt x="75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84;p14">
            <a:extLst>
              <a:ext uri="{FF2B5EF4-FFF2-40B4-BE49-F238E27FC236}">
                <a16:creationId xmlns:a16="http://schemas.microsoft.com/office/drawing/2014/main" id="{3C4CD1AD-831F-79BC-9419-11759E3C2691}"/>
              </a:ext>
            </a:extLst>
          </p:cNvPr>
          <p:cNvSpPr/>
          <p:nvPr/>
        </p:nvSpPr>
        <p:spPr>
          <a:xfrm>
            <a:off x="732223" y="1940010"/>
            <a:ext cx="80477" cy="88990"/>
          </a:xfrm>
          <a:custGeom>
            <a:avLst/>
            <a:gdLst/>
            <a:ahLst/>
            <a:cxnLst/>
            <a:rect l="l" t="t" r="r" b="b"/>
            <a:pathLst>
              <a:path w="7594" h="7593" extrusionOk="0">
                <a:moveTo>
                  <a:pt x="1" y="0"/>
                </a:moveTo>
                <a:lnTo>
                  <a:pt x="1" y="7593"/>
                </a:lnTo>
                <a:lnTo>
                  <a:pt x="7593" y="7593"/>
                </a:lnTo>
                <a:lnTo>
                  <a:pt x="75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184;p14">
            <a:extLst>
              <a:ext uri="{FF2B5EF4-FFF2-40B4-BE49-F238E27FC236}">
                <a16:creationId xmlns:a16="http://schemas.microsoft.com/office/drawing/2014/main" id="{11F71651-0950-15C9-7F81-2150F5BC1AD9}"/>
              </a:ext>
            </a:extLst>
          </p:cNvPr>
          <p:cNvSpPr/>
          <p:nvPr/>
        </p:nvSpPr>
        <p:spPr>
          <a:xfrm>
            <a:off x="732224" y="2851588"/>
            <a:ext cx="80477" cy="88990"/>
          </a:xfrm>
          <a:custGeom>
            <a:avLst/>
            <a:gdLst/>
            <a:ahLst/>
            <a:cxnLst/>
            <a:rect l="l" t="t" r="r" b="b"/>
            <a:pathLst>
              <a:path w="7594" h="7593" extrusionOk="0">
                <a:moveTo>
                  <a:pt x="1" y="0"/>
                </a:moveTo>
                <a:lnTo>
                  <a:pt x="1" y="7593"/>
                </a:lnTo>
                <a:lnTo>
                  <a:pt x="7593" y="7593"/>
                </a:lnTo>
                <a:lnTo>
                  <a:pt x="75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035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>
            <a:spLocks noGrp="1"/>
          </p:cNvSpPr>
          <p:nvPr>
            <p:ph type="title"/>
          </p:nvPr>
        </p:nvSpPr>
        <p:spPr>
          <a:xfrm>
            <a:off x="719999" y="539500"/>
            <a:ext cx="431498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is the Project About?</a:t>
            </a:r>
            <a:endParaRPr dirty="0">
              <a:latin typeface="Share Tech" panose="020B0604020202020204" charset="0"/>
            </a:endParaRPr>
          </a:p>
        </p:txBody>
      </p:sp>
      <p:sp>
        <p:nvSpPr>
          <p:cNvPr id="191" name="Google Shape;191;p15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28410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04800">
              <a:buSzPts val="1200"/>
              <a:buFont typeface="Maven Pro"/>
              <a:buChar char="●"/>
            </a:pPr>
            <a:r>
              <a:rPr lang="en-US" sz="1800" dirty="0"/>
              <a:t>This project focuses on detecting toxic comments automatically using:</a:t>
            </a:r>
          </a:p>
          <a:p>
            <a:pPr marL="1143000" lvl="2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Maven Pro" panose="020B0604020202020204" charset="0"/>
              </a:rPr>
              <a:t>Machine Learning </a:t>
            </a:r>
          </a:p>
          <a:p>
            <a:pPr marL="1143000" lvl="2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Maven Pro" panose="020B0604020202020204" charset="0"/>
              </a:rPr>
              <a:t>Natural Language Processing (NLP) </a:t>
            </a:r>
          </a:p>
          <a:p>
            <a:pPr marL="609600" lvl="1" indent="0">
              <a:buSzPts val="1200"/>
              <a:buNone/>
            </a:pPr>
            <a:r>
              <a:rPr lang="en-US" dirty="0"/>
              <a:t>The system analyzes text comments and classifies them into harmful categories such as: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Toxic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Insult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Threat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Obscene language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Identity heat </a:t>
            </a:r>
          </a:p>
          <a:p>
            <a:pPr marL="609600" lvl="1" indent="0">
              <a:buSzPts val="1200"/>
              <a:buNone/>
            </a:pPr>
            <a:r>
              <a:rPr lang="en-US" sz="1800" dirty="0"/>
              <a:t>The goal is to help create safer online communities.</a:t>
            </a:r>
          </a:p>
          <a:p>
            <a:pPr marL="609600" lvl="1" indent="0">
              <a:buSzPts val="1200"/>
              <a:buNone/>
            </a:pPr>
            <a:endParaRPr lang="en-US" dirty="0"/>
          </a:p>
        </p:txBody>
      </p:sp>
      <p:grpSp>
        <p:nvGrpSpPr>
          <p:cNvPr id="192" name="Google Shape;192;p15"/>
          <p:cNvGrpSpPr/>
          <p:nvPr/>
        </p:nvGrpSpPr>
        <p:grpSpPr>
          <a:xfrm rot="10800000">
            <a:off x="7327000" y="3631205"/>
            <a:ext cx="199001" cy="867198"/>
            <a:chOff x="4475150" y="4052605"/>
            <a:chExt cx="199001" cy="867198"/>
          </a:xfrm>
        </p:grpSpPr>
        <p:sp>
          <p:nvSpPr>
            <p:cNvPr id="193" name="Google Shape;193;p1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15"/>
          <p:cNvGrpSpPr/>
          <p:nvPr/>
        </p:nvGrpSpPr>
        <p:grpSpPr>
          <a:xfrm rot="10800000">
            <a:off x="3728737" y="3758282"/>
            <a:ext cx="154365" cy="672686"/>
            <a:chOff x="4475150" y="4052605"/>
            <a:chExt cx="199001" cy="867198"/>
          </a:xfrm>
        </p:grpSpPr>
        <p:sp>
          <p:nvSpPr>
            <p:cNvPr id="197" name="Google Shape;197;p15"/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5"/>
          <p:cNvSpPr/>
          <p:nvPr/>
        </p:nvSpPr>
        <p:spPr>
          <a:xfrm>
            <a:off x="2756906" y="400408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594600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104945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>
          <a:extLst>
            <a:ext uri="{FF2B5EF4-FFF2-40B4-BE49-F238E27FC236}">
              <a16:creationId xmlns:a16="http://schemas.microsoft.com/office/drawing/2014/main" id="{9DB04B38-8B86-7A72-8803-A9B60DC3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>
            <a:extLst>
              <a:ext uri="{FF2B5EF4-FFF2-40B4-BE49-F238E27FC236}">
                <a16:creationId xmlns:a16="http://schemas.microsoft.com/office/drawing/2014/main" id="{8AA888FB-28FA-D093-BB3C-24F014EAB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Why is This Important?</a:t>
            </a:r>
            <a:br>
              <a:rPr lang="en-US" b="1" dirty="0"/>
            </a:br>
            <a:endParaRPr dirty="0"/>
          </a:p>
        </p:txBody>
      </p:sp>
      <p:sp>
        <p:nvSpPr>
          <p:cNvPr id="302" name="Google Shape;302;p18">
            <a:extLst>
              <a:ext uri="{FF2B5EF4-FFF2-40B4-BE49-F238E27FC236}">
                <a16:creationId xmlns:a16="http://schemas.microsoft.com/office/drawing/2014/main" id="{CE3CCF93-9A7D-BDEC-FA2A-B7D02F401733}"/>
              </a:ext>
            </a:extLst>
          </p:cNvPr>
          <p:cNvSpPr/>
          <p:nvPr/>
        </p:nvSpPr>
        <p:spPr>
          <a:xfrm>
            <a:off x="2501288" y="1731399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">
            <a:extLst>
              <a:ext uri="{FF2B5EF4-FFF2-40B4-BE49-F238E27FC236}">
                <a16:creationId xmlns:a16="http://schemas.microsoft.com/office/drawing/2014/main" id="{8DD5B4B7-A706-7AEA-A11A-A3A4FA66E507}"/>
              </a:ext>
            </a:extLst>
          </p:cNvPr>
          <p:cNvSpPr/>
          <p:nvPr/>
        </p:nvSpPr>
        <p:spPr>
          <a:xfrm>
            <a:off x="5807789" y="1731399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Google Shape;304;p18">
            <a:extLst>
              <a:ext uri="{FF2B5EF4-FFF2-40B4-BE49-F238E27FC236}">
                <a16:creationId xmlns:a16="http://schemas.microsoft.com/office/drawing/2014/main" id="{10DF7258-D312-C940-BFE7-BCA930C9FDAE}"/>
              </a:ext>
            </a:extLst>
          </p:cNvPr>
          <p:cNvCxnSpPr/>
          <p:nvPr/>
        </p:nvCxnSpPr>
        <p:spPr>
          <a:xfrm>
            <a:off x="2927125" y="1435336"/>
            <a:ext cx="1587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05" name="Google Shape;305;p18">
            <a:extLst>
              <a:ext uri="{FF2B5EF4-FFF2-40B4-BE49-F238E27FC236}">
                <a16:creationId xmlns:a16="http://schemas.microsoft.com/office/drawing/2014/main" id="{460549FA-A8B5-8685-D92D-02A9329804DC}"/>
              </a:ext>
            </a:extLst>
          </p:cNvPr>
          <p:cNvCxnSpPr/>
          <p:nvPr/>
        </p:nvCxnSpPr>
        <p:spPr>
          <a:xfrm>
            <a:off x="4627500" y="1435336"/>
            <a:ext cx="1587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06" name="Google Shape;306;p18">
            <a:extLst>
              <a:ext uri="{FF2B5EF4-FFF2-40B4-BE49-F238E27FC236}">
                <a16:creationId xmlns:a16="http://schemas.microsoft.com/office/drawing/2014/main" id="{FDA49237-5D12-F7B0-0617-DB2D52036B39}"/>
              </a:ext>
            </a:extLst>
          </p:cNvPr>
          <p:cNvCxnSpPr/>
          <p:nvPr/>
        </p:nvCxnSpPr>
        <p:spPr>
          <a:xfrm>
            <a:off x="2927125" y="2860561"/>
            <a:ext cx="1587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triangle" w="med" len="med"/>
            <a:tailEnd type="none" w="med" len="med"/>
          </a:ln>
        </p:spPr>
      </p:cxnSp>
      <p:cxnSp>
        <p:nvCxnSpPr>
          <p:cNvPr id="307" name="Google Shape;307;p18">
            <a:extLst>
              <a:ext uri="{FF2B5EF4-FFF2-40B4-BE49-F238E27FC236}">
                <a16:creationId xmlns:a16="http://schemas.microsoft.com/office/drawing/2014/main" id="{6485BFF2-83D5-F3C4-52A7-3E04AD4F9528}"/>
              </a:ext>
            </a:extLst>
          </p:cNvPr>
          <p:cNvCxnSpPr/>
          <p:nvPr/>
        </p:nvCxnSpPr>
        <p:spPr>
          <a:xfrm>
            <a:off x="4627500" y="2860561"/>
            <a:ext cx="1587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triangle" w="med" len="med"/>
            <a:tailEnd type="none" w="med" len="med"/>
          </a:ln>
        </p:spPr>
      </p:cxnSp>
      <p:sp>
        <p:nvSpPr>
          <p:cNvPr id="308" name="Google Shape;308;p18">
            <a:extLst>
              <a:ext uri="{FF2B5EF4-FFF2-40B4-BE49-F238E27FC236}">
                <a16:creationId xmlns:a16="http://schemas.microsoft.com/office/drawing/2014/main" id="{59A453B5-9BC4-12AC-1F3D-B75F0F14A408}"/>
              </a:ext>
            </a:extLst>
          </p:cNvPr>
          <p:cNvSpPr/>
          <p:nvPr/>
        </p:nvSpPr>
        <p:spPr>
          <a:xfrm>
            <a:off x="4091388" y="1668249"/>
            <a:ext cx="959400" cy="959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9" name="Google Shape;309;p18">
            <a:extLst>
              <a:ext uri="{FF2B5EF4-FFF2-40B4-BE49-F238E27FC236}">
                <a16:creationId xmlns:a16="http://schemas.microsoft.com/office/drawing/2014/main" id="{777648AB-D207-114A-F059-CB5F1F206B54}"/>
              </a:ext>
            </a:extLst>
          </p:cNvPr>
          <p:cNvGrpSpPr/>
          <p:nvPr/>
        </p:nvGrpSpPr>
        <p:grpSpPr>
          <a:xfrm>
            <a:off x="5962293" y="1952513"/>
            <a:ext cx="524107" cy="390875"/>
            <a:chOff x="5216456" y="3725484"/>
            <a:chExt cx="356196" cy="265631"/>
          </a:xfrm>
        </p:grpSpPr>
        <p:sp>
          <p:nvSpPr>
            <p:cNvPr id="310" name="Google Shape;310;p18">
              <a:extLst>
                <a:ext uri="{FF2B5EF4-FFF2-40B4-BE49-F238E27FC236}">
                  <a16:creationId xmlns:a16="http://schemas.microsoft.com/office/drawing/2014/main" id="{190E6A84-EC75-D54F-B5EF-DD1AE8C81D19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8">
              <a:extLst>
                <a:ext uri="{FF2B5EF4-FFF2-40B4-BE49-F238E27FC236}">
                  <a16:creationId xmlns:a16="http://schemas.microsoft.com/office/drawing/2014/main" id="{59DD6805-7135-15A4-C737-95BF75AA3D6E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18">
            <a:extLst>
              <a:ext uri="{FF2B5EF4-FFF2-40B4-BE49-F238E27FC236}">
                <a16:creationId xmlns:a16="http://schemas.microsoft.com/office/drawing/2014/main" id="{0DC5C37D-E831-CB50-CFA7-12FD60CADCCF}"/>
              </a:ext>
            </a:extLst>
          </p:cNvPr>
          <p:cNvGrpSpPr/>
          <p:nvPr/>
        </p:nvGrpSpPr>
        <p:grpSpPr>
          <a:xfrm>
            <a:off x="2723059" y="1952519"/>
            <a:ext cx="389560" cy="390859"/>
            <a:chOff x="5779408" y="3699191"/>
            <a:chExt cx="317645" cy="318757"/>
          </a:xfrm>
        </p:grpSpPr>
        <p:sp>
          <p:nvSpPr>
            <p:cNvPr id="313" name="Google Shape;313;p18">
              <a:extLst>
                <a:ext uri="{FF2B5EF4-FFF2-40B4-BE49-F238E27FC236}">
                  <a16:creationId xmlns:a16="http://schemas.microsoft.com/office/drawing/2014/main" id="{5701DF06-0B2F-2FC8-11F9-E627C1ED70C9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8">
              <a:extLst>
                <a:ext uri="{FF2B5EF4-FFF2-40B4-BE49-F238E27FC236}">
                  <a16:creationId xmlns:a16="http://schemas.microsoft.com/office/drawing/2014/main" id="{820554D8-31A0-FA1E-A0AB-0C47ACC89336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18">
            <a:extLst>
              <a:ext uri="{FF2B5EF4-FFF2-40B4-BE49-F238E27FC236}">
                <a16:creationId xmlns:a16="http://schemas.microsoft.com/office/drawing/2014/main" id="{ACC02620-6625-71AF-974D-9366DBA62115}"/>
              </a:ext>
            </a:extLst>
          </p:cNvPr>
          <p:cNvGrpSpPr/>
          <p:nvPr/>
        </p:nvGrpSpPr>
        <p:grpSpPr>
          <a:xfrm>
            <a:off x="4281875" y="2063349"/>
            <a:ext cx="578425" cy="169200"/>
            <a:chOff x="4332100" y="2568225"/>
            <a:chExt cx="578425" cy="169200"/>
          </a:xfrm>
        </p:grpSpPr>
        <p:sp>
          <p:nvSpPr>
            <p:cNvPr id="316" name="Google Shape;316;p18">
              <a:extLst>
                <a:ext uri="{FF2B5EF4-FFF2-40B4-BE49-F238E27FC236}">
                  <a16:creationId xmlns:a16="http://schemas.microsoft.com/office/drawing/2014/main" id="{2C386630-0922-0DAB-0A5C-29F963E6AC24}"/>
                </a:ext>
              </a:extLst>
            </p:cNvPr>
            <p:cNvSpPr/>
            <p:nvPr/>
          </p:nvSpPr>
          <p:spPr>
            <a:xfrm>
              <a:off x="4332100" y="2568225"/>
              <a:ext cx="169200" cy="169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8">
              <a:extLst>
                <a:ext uri="{FF2B5EF4-FFF2-40B4-BE49-F238E27FC236}">
                  <a16:creationId xmlns:a16="http://schemas.microsoft.com/office/drawing/2014/main" id="{516BF1D0-BF3D-B146-89D8-15D00E4CC317}"/>
                </a:ext>
              </a:extLst>
            </p:cNvPr>
            <p:cNvSpPr/>
            <p:nvPr/>
          </p:nvSpPr>
          <p:spPr>
            <a:xfrm>
              <a:off x="4536713" y="2568225"/>
              <a:ext cx="169200" cy="169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8">
              <a:extLst>
                <a:ext uri="{FF2B5EF4-FFF2-40B4-BE49-F238E27FC236}">
                  <a16:creationId xmlns:a16="http://schemas.microsoft.com/office/drawing/2014/main" id="{829A6E0C-0C68-1329-E403-C82DEB41D631}"/>
                </a:ext>
              </a:extLst>
            </p:cNvPr>
            <p:cNvSpPr/>
            <p:nvPr/>
          </p:nvSpPr>
          <p:spPr>
            <a:xfrm>
              <a:off x="4741325" y="2568225"/>
              <a:ext cx="169200" cy="169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18">
            <a:extLst>
              <a:ext uri="{FF2B5EF4-FFF2-40B4-BE49-F238E27FC236}">
                <a16:creationId xmlns:a16="http://schemas.microsoft.com/office/drawing/2014/main" id="{076983EB-C9AE-C47D-91A9-AC659CDB8089}"/>
              </a:ext>
            </a:extLst>
          </p:cNvPr>
          <p:cNvGrpSpPr/>
          <p:nvPr/>
        </p:nvGrpSpPr>
        <p:grpSpPr>
          <a:xfrm>
            <a:off x="6285613" y="2627661"/>
            <a:ext cx="2139600" cy="1468853"/>
            <a:chOff x="6286500" y="3139650"/>
            <a:chExt cx="2139600" cy="1468853"/>
          </a:xfrm>
        </p:grpSpPr>
        <p:sp>
          <p:nvSpPr>
            <p:cNvPr id="320" name="Google Shape;320;p18">
              <a:extLst>
                <a:ext uri="{FF2B5EF4-FFF2-40B4-BE49-F238E27FC236}">
                  <a16:creationId xmlns:a16="http://schemas.microsoft.com/office/drawing/2014/main" id="{58EE08D7-6196-6DCE-587A-DA25ED216C78}"/>
                </a:ext>
              </a:extLst>
            </p:cNvPr>
            <p:cNvSpPr txBox="1"/>
            <p:nvPr/>
          </p:nvSpPr>
          <p:spPr>
            <a:xfrm>
              <a:off x="6286500" y="3139650"/>
              <a:ext cx="2139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SOLUTION</a:t>
              </a:r>
              <a:endParaRPr sz="20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21" name="Google Shape;321;p18">
              <a:extLst>
                <a:ext uri="{FF2B5EF4-FFF2-40B4-BE49-F238E27FC236}">
                  <a16:creationId xmlns:a16="http://schemas.microsoft.com/office/drawing/2014/main" id="{7E27300C-17A3-9212-FDA3-F93B892E9343}"/>
                </a:ext>
              </a:extLst>
            </p:cNvPr>
            <p:cNvSpPr txBox="1"/>
            <p:nvPr/>
          </p:nvSpPr>
          <p:spPr>
            <a:xfrm>
              <a:off x="6286500" y="3442103"/>
              <a:ext cx="2139600" cy="116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Build an NLP-based multi-label classification system using machine learning.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22" name="Google Shape;322;p18">
            <a:extLst>
              <a:ext uri="{FF2B5EF4-FFF2-40B4-BE49-F238E27FC236}">
                <a16:creationId xmlns:a16="http://schemas.microsoft.com/office/drawing/2014/main" id="{42727FD7-2F4B-871D-56DB-4DEEEA488BC3}"/>
              </a:ext>
            </a:extLst>
          </p:cNvPr>
          <p:cNvGrpSpPr/>
          <p:nvPr/>
        </p:nvGrpSpPr>
        <p:grpSpPr>
          <a:xfrm>
            <a:off x="0" y="2627661"/>
            <a:ext cx="3936889" cy="1858084"/>
            <a:chOff x="-13224" y="3139650"/>
            <a:chExt cx="3936889" cy="1858084"/>
          </a:xfrm>
        </p:grpSpPr>
        <p:sp>
          <p:nvSpPr>
            <p:cNvPr id="323" name="Google Shape;323;p18">
              <a:extLst>
                <a:ext uri="{FF2B5EF4-FFF2-40B4-BE49-F238E27FC236}">
                  <a16:creationId xmlns:a16="http://schemas.microsoft.com/office/drawing/2014/main" id="{957F1BF3-EB03-B503-F6A8-31059A86676C}"/>
                </a:ext>
              </a:extLst>
            </p:cNvPr>
            <p:cNvSpPr txBox="1"/>
            <p:nvPr/>
          </p:nvSpPr>
          <p:spPr>
            <a:xfrm>
              <a:off x="705575" y="3139650"/>
              <a:ext cx="2139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PROBLEM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24" name="Google Shape;324;p18">
              <a:extLst>
                <a:ext uri="{FF2B5EF4-FFF2-40B4-BE49-F238E27FC236}">
                  <a16:creationId xmlns:a16="http://schemas.microsoft.com/office/drawing/2014/main" id="{B5E9CF4F-6B73-EA36-D0A0-4088E0CC2767}"/>
                </a:ext>
              </a:extLst>
            </p:cNvPr>
            <p:cNvSpPr txBox="1"/>
            <p:nvPr/>
          </p:nvSpPr>
          <p:spPr>
            <a:xfrm>
              <a:off x="-13224" y="3417767"/>
              <a:ext cx="3936889" cy="15799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609600" lvl="1" indent="0">
                <a:buSzPts val="1200"/>
                <a:buNone/>
              </a:pPr>
              <a:r>
                <a:rPr lang="en-US" dirty="0">
                  <a:solidFill>
                    <a:schemeClr val="tx1"/>
                  </a:solidFill>
                </a:rPr>
                <a:t>Online platforms receive millions of comments daily.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en-US" dirty="0">
                  <a:solidFill>
                    <a:schemeClr val="tx1"/>
                  </a:solidFill>
                </a:rPr>
                <a:t>Some comments contain:</a:t>
              </a:r>
            </a:p>
            <a:p>
              <a:pPr marL="1143000" lvl="2" indent="-2286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Maven Pro" panose="020B0604020202020204" charset="0"/>
                </a:rPr>
                <a:t>Hate </a:t>
              </a:r>
            </a:p>
            <a:p>
              <a:pPr marL="1143000" lvl="2" indent="-2286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Maven Pro" panose="020B0604020202020204" charset="0"/>
                </a:rPr>
                <a:t>speech </a:t>
              </a:r>
            </a:p>
            <a:p>
              <a:pPr marL="1143000" lvl="2" indent="-2286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Maven Pro" panose="020B0604020202020204" charset="0"/>
                </a:rPr>
                <a:t>Threats </a:t>
              </a:r>
            </a:p>
            <a:p>
              <a:pPr marL="1143000" lvl="2" indent="-2286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Maven Pro" panose="020B0604020202020204" charset="0"/>
                </a:rPr>
                <a:t>Toxic language</a:t>
              </a:r>
              <a:endParaRPr lang="en-US" dirty="0">
                <a:solidFill>
                  <a:schemeClr val="tx1"/>
                </a:solidFill>
                <a:latin typeface="Maven Pro" panose="020B0604020202020204" charset="0"/>
              </a:endParaRPr>
            </a:p>
          </p:txBody>
        </p:sp>
      </p:grpSp>
      <p:cxnSp>
        <p:nvCxnSpPr>
          <p:cNvPr id="325" name="Google Shape;325;p18">
            <a:extLst>
              <a:ext uri="{FF2B5EF4-FFF2-40B4-BE49-F238E27FC236}">
                <a16:creationId xmlns:a16="http://schemas.microsoft.com/office/drawing/2014/main" id="{8BF8EC82-BE20-CB57-F178-083DAE53C39F}"/>
              </a:ext>
            </a:extLst>
          </p:cNvPr>
          <p:cNvCxnSpPr>
            <a:cxnSpLocks/>
            <a:stCxn id="302" idx="1"/>
            <a:endCxn id="323" idx="0"/>
          </p:cNvCxnSpPr>
          <p:nvPr/>
        </p:nvCxnSpPr>
        <p:spPr>
          <a:xfrm flipH="1">
            <a:off x="1788488" y="2147949"/>
            <a:ext cx="712800" cy="4797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6" name="Google Shape;326;p18">
            <a:extLst>
              <a:ext uri="{FF2B5EF4-FFF2-40B4-BE49-F238E27FC236}">
                <a16:creationId xmlns:a16="http://schemas.microsoft.com/office/drawing/2014/main" id="{285C4B57-3609-8561-71D0-3D5A472308F7}"/>
              </a:ext>
            </a:extLst>
          </p:cNvPr>
          <p:cNvCxnSpPr>
            <a:stCxn id="303" idx="3"/>
            <a:endCxn id="320" idx="0"/>
          </p:cNvCxnSpPr>
          <p:nvPr/>
        </p:nvCxnSpPr>
        <p:spPr>
          <a:xfrm>
            <a:off x="6640889" y="2147949"/>
            <a:ext cx="714600" cy="479700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343119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Generic Pipeline</a:t>
            </a:r>
            <a:endParaRPr dirty="0"/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64D4FD8D-D5E6-ABF9-8AD2-75A770F8F735}"/>
              </a:ext>
            </a:extLst>
          </p:cNvPr>
          <p:cNvGrpSpPr/>
          <p:nvPr/>
        </p:nvGrpSpPr>
        <p:grpSpPr>
          <a:xfrm>
            <a:off x="720000" y="1650346"/>
            <a:ext cx="7722284" cy="2424690"/>
            <a:chOff x="299036" y="1735690"/>
            <a:chExt cx="7722284" cy="2424690"/>
          </a:xfrm>
        </p:grpSpPr>
        <p:sp>
          <p:nvSpPr>
            <p:cNvPr id="4" name="Google Shape;254;p17">
              <a:extLst>
                <a:ext uri="{FF2B5EF4-FFF2-40B4-BE49-F238E27FC236}">
                  <a16:creationId xmlns:a16="http://schemas.microsoft.com/office/drawing/2014/main" id="{128797CD-09F3-E389-8AFB-887BD73F7615}"/>
                </a:ext>
              </a:extLst>
            </p:cNvPr>
            <p:cNvSpPr/>
            <p:nvPr/>
          </p:nvSpPr>
          <p:spPr>
            <a:xfrm>
              <a:off x="299036" y="1738650"/>
              <a:ext cx="1342129" cy="83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Data Acquisition</a:t>
              </a:r>
              <a:endParaRPr dirty="0">
                <a:latin typeface="Share Tech" panose="020B0604020202020204" charset="0"/>
              </a:endParaRPr>
            </a:p>
          </p:txBody>
        </p:sp>
        <p:sp>
          <p:nvSpPr>
            <p:cNvPr id="5" name="Google Shape;255;p17">
              <a:extLst>
                <a:ext uri="{FF2B5EF4-FFF2-40B4-BE49-F238E27FC236}">
                  <a16:creationId xmlns:a16="http://schemas.microsoft.com/office/drawing/2014/main" id="{C34AA8E0-BC54-253E-F916-1D66C2CAC646}"/>
                </a:ext>
              </a:extLst>
            </p:cNvPr>
            <p:cNvSpPr/>
            <p:nvPr/>
          </p:nvSpPr>
          <p:spPr>
            <a:xfrm>
              <a:off x="2524761" y="1738650"/>
              <a:ext cx="1182516" cy="83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Text Cleaning</a:t>
              </a:r>
              <a:endParaRPr dirty="0">
                <a:latin typeface="Share Tech" panose="020B0604020202020204" charset="0"/>
              </a:endParaRPr>
            </a:p>
          </p:txBody>
        </p:sp>
        <p:sp>
          <p:nvSpPr>
            <p:cNvPr id="6" name="Google Shape;256;p17">
              <a:extLst>
                <a:ext uri="{FF2B5EF4-FFF2-40B4-BE49-F238E27FC236}">
                  <a16:creationId xmlns:a16="http://schemas.microsoft.com/office/drawing/2014/main" id="{A06F20AB-2B7C-D7D6-DE1F-F93FA6F12C32}"/>
                </a:ext>
              </a:extLst>
            </p:cNvPr>
            <p:cNvSpPr/>
            <p:nvPr/>
          </p:nvSpPr>
          <p:spPr>
            <a:xfrm>
              <a:off x="4420797" y="1738650"/>
              <a:ext cx="1236698" cy="833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Preprocessing</a:t>
              </a:r>
              <a:endParaRPr dirty="0">
                <a:latin typeface="Share Tech" panose="020B0604020202020204" charset="0"/>
              </a:endParaRPr>
            </a:p>
          </p:txBody>
        </p:sp>
        <p:sp>
          <p:nvSpPr>
            <p:cNvPr id="7" name="Google Shape;257;p17">
              <a:extLst>
                <a:ext uri="{FF2B5EF4-FFF2-40B4-BE49-F238E27FC236}">
                  <a16:creationId xmlns:a16="http://schemas.microsoft.com/office/drawing/2014/main" id="{B2BB92F3-9A42-F90B-369E-1A3CE227C9DF}"/>
                </a:ext>
              </a:extLst>
            </p:cNvPr>
            <p:cNvSpPr/>
            <p:nvPr/>
          </p:nvSpPr>
          <p:spPr>
            <a:xfrm>
              <a:off x="6416040" y="1735690"/>
              <a:ext cx="1605280" cy="83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Feature Engineering</a:t>
              </a:r>
              <a:endParaRPr dirty="0">
                <a:latin typeface="Share Tech" panose="020B0604020202020204" charset="0"/>
              </a:endParaRPr>
            </a:p>
          </p:txBody>
        </p:sp>
        <p:sp>
          <p:nvSpPr>
            <p:cNvPr id="32" name="Google Shape;287;p17">
              <a:extLst>
                <a:ext uri="{FF2B5EF4-FFF2-40B4-BE49-F238E27FC236}">
                  <a16:creationId xmlns:a16="http://schemas.microsoft.com/office/drawing/2014/main" id="{FE9B2CDA-C818-1A5B-59D1-9CD7EA41D037}"/>
                </a:ext>
              </a:extLst>
            </p:cNvPr>
            <p:cNvSpPr txBox="1"/>
            <p:nvPr/>
          </p:nvSpPr>
          <p:spPr>
            <a:xfrm>
              <a:off x="6216926" y="3090160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cxnSp>
          <p:nvCxnSpPr>
            <p:cNvPr id="38" name="Google Shape;293;p17">
              <a:extLst>
                <a:ext uri="{FF2B5EF4-FFF2-40B4-BE49-F238E27FC236}">
                  <a16:creationId xmlns:a16="http://schemas.microsoft.com/office/drawing/2014/main" id="{6C20034D-FEC1-E02E-3DA2-DEA36FE0684E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1641165" y="2155200"/>
              <a:ext cx="883596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9" name="Google Shape;294;p17">
              <a:extLst>
                <a:ext uri="{FF2B5EF4-FFF2-40B4-BE49-F238E27FC236}">
                  <a16:creationId xmlns:a16="http://schemas.microsoft.com/office/drawing/2014/main" id="{9926BAEC-463D-9DE3-B963-DDCC3CEA638B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707277" y="2155200"/>
              <a:ext cx="7135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295;p17">
              <a:extLst>
                <a:ext uri="{FF2B5EF4-FFF2-40B4-BE49-F238E27FC236}">
                  <a16:creationId xmlns:a16="http://schemas.microsoft.com/office/drawing/2014/main" id="{5EBC298F-371A-2B25-84F7-931B5815FCF4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5713525" y="2152240"/>
              <a:ext cx="702515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73" name="Google Shape;254;p17">
              <a:extLst>
                <a:ext uri="{FF2B5EF4-FFF2-40B4-BE49-F238E27FC236}">
                  <a16:creationId xmlns:a16="http://schemas.microsoft.com/office/drawing/2014/main" id="{04BC1BE6-224C-DF74-7523-BC94F491B066}"/>
                </a:ext>
              </a:extLst>
            </p:cNvPr>
            <p:cNvSpPr/>
            <p:nvPr/>
          </p:nvSpPr>
          <p:spPr>
            <a:xfrm>
              <a:off x="299036" y="3315600"/>
              <a:ext cx="1342129" cy="83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Monitoring and Model Updating</a:t>
              </a:r>
              <a:endParaRPr dirty="0">
                <a:latin typeface="Share Tech" panose="020B0604020202020204" charset="0"/>
              </a:endParaRPr>
            </a:p>
          </p:txBody>
        </p:sp>
        <p:sp>
          <p:nvSpPr>
            <p:cNvPr id="274" name="Google Shape;255;p17">
              <a:extLst>
                <a:ext uri="{FF2B5EF4-FFF2-40B4-BE49-F238E27FC236}">
                  <a16:creationId xmlns:a16="http://schemas.microsoft.com/office/drawing/2014/main" id="{04935363-2018-A942-E62C-4173136337C7}"/>
                </a:ext>
              </a:extLst>
            </p:cNvPr>
            <p:cNvSpPr/>
            <p:nvPr/>
          </p:nvSpPr>
          <p:spPr>
            <a:xfrm>
              <a:off x="2524761" y="3315600"/>
              <a:ext cx="1182516" cy="83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 Deployment</a:t>
              </a:r>
              <a:endParaRPr dirty="0">
                <a:latin typeface="Share Tech" panose="020B0604020202020204" charset="0"/>
              </a:endParaRPr>
            </a:p>
          </p:txBody>
        </p:sp>
        <p:sp>
          <p:nvSpPr>
            <p:cNvPr id="275" name="Google Shape;256;p17">
              <a:extLst>
                <a:ext uri="{FF2B5EF4-FFF2-40B4-BE49-F238E27FC236}">
                  <a16:creationId xmlns:a16="http://schemas.microsoft.com/office/drawing/2014/main" id="{21445C65-2CB9-38CA-9EF9-826AB7D44415}"/>
                </a:ext>
              </a:extLst>
            </p:cNvPr>
            <p:cNvSpPr/>
            <p:nvPr/>
          </p:nvSpPr>
          <p:spPr>
            <a:xfrm>
              <a:off x="4420797" y="3315600"/>
              <a:ext cx="1236698" cy="833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  Evaluation</a:t>
              </a:r>
              <a:endParaRPr dirty="0">
                <a:latin typeface="Share Tech" panose="020B0604020202020204" charset="0"/>
              </a:endParaRPr>
            </a:p>
          </p:txBody>
        </p:sp>
        <p:sp>
          <p:nvSpPr>
            <p:cNvPr id="276" name="Google Shape;257;p17">
              <a:extLst>
                <a:ext uri="{FF2B5EF4-FFF2-40B4-BE49-F238E27FC236}">
                  <a16:creationId xmlns:a16="http://schemas.microsoft.com/office/drawing/2014/main" id="{4F052EEF-7C82-DFB4-449D-A546BB6EAF43}"/>
                </a:ext>
              </a:extLst>
            </p:cNvPr>
            <p:cNvSpPr/>
            <p:nvPr/>
          </p:nvSpPr>
          <p:spPr>
            <a:xfrm>
              <a:off x="6416040" y="3327280"/>
              <a:ext cx="1605280" cy="83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Share Tech" panose="020B0604020202020204" charset="0"/>
                </a:rPr>
                <a:t>         Modeling</a:t>
              </a:r>
              <a:endParaRPr dirty="0">
                <a:latin typeface="Share Tech" panose="020B0604020202020204" charset="0"/>
              </a:endParaRPr>
            </a:p>
          </p:txBody>
        </p:sp>
        <p:cxnSp>
          <p:nvCxnSpPr>
            <p:cNvPr id="280" name="Google Shape;293;p17">
              <a:extLst>
                <a:ext uri="{FF2B5EF4-FFF2-40B4-BE49-F238E27FC236}">
                  <a16:creationId xmlns:a16="http://schemas.microsoft.com/office/drawing/2014/main" id="{55CFD03F-1ED1-FD17-EDE0-D5866CFC994B}"/>
                </a:ext>
              </a:extLst>
            </p:cNvPr>
            <p:cNvCxnSpPr>
              <a:cxnSpLocks/>
              <a:stCxn id="273" idx="3"/>
              <a:endCxn id="274" idx="1"/>
            </p:cNvCxnSpPr>
            <p:nvPr/>
          </p:nvCxnSpPr>
          <p:spPr>
            <a:xfrm>
              <a:off x="1641165" y="3732150"/>
              <a:ext cx="883596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94;p17">
              <a:extLst>
                <a:ext uri="{FF2B5EF4-FFF2-40B4-BE49-F238E27FC236}">
                  <a16:creationId xmlns:a16="http://schemas.microsoft.com/office/drawing/2014/main" id="{DD2FBCB3-C7A0-8577-7BF7-51199AF58BD2}"/>
                </a:ext>
              </a:extLst>
            </p:cNvPr>
            <p:cNvCxnSpPr>
              <a:cxnSpLocks/>
              <a:stCxn id="274" idx="3"/>
              <a:endCxn id="275" idx="1"/>
            </p:cNvCxnSpPr>
            <p:nvPr/>
          </p:nvCxnSpPr>
          <p:spPr>
            <a:xfrm>
              <a:off x="3707277" y="3732150"/>
              <a:ext cx="7135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95;p17">
              <a:extLst>
                <a:ext uri="{FF2B5EF4-FFF2-40B4-BE49-F238E27FC236}">
                  <a16:creationId xmlns:a16="http://schemas.microsoft.com/office/drawing/2014/main" id="{096E2AD0-8DAB-3C7C-953B-086713426A9D}"/>
                </a:ext>
              </a:extLst>
            </p:cNvPr>
            <p:cNvCxnSpPr>
              <a:cxnSpLocks/>
              <a:endCxn id="276" idx="1"/>
            </p:cNvCxnSpPr>
            <p:nvPr/>
          </p:nvCxnSpPr>
          <p:spPr>
            <a:xfrm>
              <a:off x="5713525" y="3743830"/>
              <a:ext cx="702515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E10CE779-7095-BE8A-A513-8297E5031383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1641165" y="2155200"/>
              <a:ext cx="8835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0DDF42BD-B5E0-287C-B0B6-D3463E9A4CCD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707277" y="2155200"/>
              <a:ext cx="7135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131D24F8-89A0-8CF3-F37E-376C141CC270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 flipV="1">
              <a:off x="5657495" y="2152240"/>
              <a:ext cx="758545" cy="296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16790CF1-8DB8-7719-FC46-D0D78C6105FA}"/>
                </a:ext>
              </a:extLst>
            </p:cNvPr>
            <p:cNvCxnSpPr>
              <a:cxnSpLocks/>
              <a:stCxn id="7" idx="2"/>
              <a:endCxn id="276" idx="0"/>
            </p:cNvCxnSpPr>
            <p:nvPr/>
          </p:nvCxnSpPr>
          <p:spPr>
            <a:xfrm>
              <a:off x="7218680" y="2568790"/>
              <a:ext cx="0" cy="758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31925300-0BA5-9E3C-3C2D-AF133A68E655}"/>
                </a:ext>
              </a:extLst>
            </p:cNvPr>
            <p:cNvCxnSpPr>
              <a:cxnSpLocks/>
              <a:stCxn id="276" idx="1"/>
              <a:endCxn id="275" idx="3"/>
            </p:cNvCxnSpPr>
            <p:nvPr/>
          </p:nvCxnSpPr>
          <p:spPr>
            <a:xfrm flipH="1" flipV="1">
              <a:off x="5657495" y="3732150"/>
              <a:ext cx="758545" cy="116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Arrow Connector 328">
              <a:extLst>
                <a:ext uri="{FF2B5EF4-FFF2-40B4-BE49-F238E27FC236}">
                  <a16:creationId xmlns:a16="http://schemas.microsoft.com/office/drawing/2014/main" id="{554E9416-C2D2-548F-6E8F-967F8185AD9F}"/>
                </a:ext>
              </a:extLst>
            </p:cNvPr>
            <p:cNvCxnSpPr>
              <a:cxnSpLocks/>
              <a:stCxn id="275" idx="1"/>
              <a:endCxn id="274" idx="3"/>
            </p:cNvCxnSpPr>
            <p:nvPr/>
          </p:nvCxnSpPr>
          <p:spPr>
            <a:xfrm flipH="1">
              <a:off x="3707277" y="3732150"/>
              <a:ext cx="71352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EE7A029F-BFC0-07C4-DB2B-02A226FF2502}"/>
                </a:ext>
              </a:extLst>
            </p:cNvPr>
            <p:cNvCxnSpPr>
              <a:cxnSpLocks/>
              <a:stCxn id="274" idx="1"/>
              <a:endCxn id="273" idx="3"/>
            </p:cNvCxnSpPr>
            <p:nvPr/>
          </p:nvCxnSpPr>
          <p:spPr>
            <a:xfrm flipH="1">
              <a:off x="1641165" y="3732150"/>
              <a:ext cx="8835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Arrow Connector 335">
              <a:extLst>
                <a:ext uri="{FF2B5EF4-FFF2-40B4-BE49-F238E27FC236}">
                  <a16:creationId xmlns:a16="http://schemas.microsoft.com/office/drawing/2014/main" id="{03FFAB61-46B1-F209-69C5-828682707D89}"/>
                </a:ext>
              </a:extLst>
            </p:cNvPr>
            <p:cNvCxnSpPr>
              <a:cxnSpLocks/>
              <a:stCxn id="273" idx="0"/>
              <a:endCxn id="4" idx="2"/>
            </p:cNvCxnSpPr>
            <p:nvPr/>
          </p:nvCxnSpPr>
          <p:spPr>
            <a:xfrm flipV="1">
              <a:off x="970101" y="2571750"/>
              <a:ext cx="0" cy="74385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>
              <a:extLst>
                <a:ext uri="{FF2B5EF4-FFF2-40B4-BE49-F238E27FC236}">
                  <a16:creationId xmlns:a16="http://schemas.microsoft.com/office/drawing/2014/main" id="{E0934569-EC74-C7A7-A4F7-B364CB423DD3}"/>
                </a:ext>
              </a:extLst>
            </p:cNvPr>
            <p:cNvCxnSpPr>
              <a:cxnSpLocks/>
              <a:stCxn id="275" idx="0"/>
              <a:endCxn id="6" idx="2"/>
            </p:cNvCxnSpPr>
            <p:nvPr/>
          </p:nvCxnSpPr>
          <p:spPr>
            <a:xfrm flipV="1">
              <a:off x="5039146" y="2571750"/>
              <a:ext cx="0" cy="74385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CF628C4F-91B6-8A7F-44A2-D39A1A099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>
            <a:extLst>
              <a:ext uri="{FF2B5EF4-FFF2-40B4-BE49-F238E27FC236}">
                <a16:creationId xmlns:a16="http://schemas.microsoft.com/office/drawing/2014/main" id="{15346453-C3DC-3DDC-C146-F278FE0FF0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539500"/>
            <a:ext cx="779001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1-Dataset Acquisiont</a:t>
            </a:r>
            <a:endParaRPr dirty="0">
              <a:latin typeface="Share Tech" panose="020B0604020202020204" charset="0"/>
            </a:endParaRPr>
          </a:p>
        </p:txBody>
      </p:sp>
      <p:sp>
        <p:nvSpPr>
          <p:cNvPr id="191" name="Google Shape;191;p15">
            <a:extLst>
              <a:ext uri="{FF2B5EF4-FFF2-40B4-BE49-F238E27FC236}">
                <a16:creationId xmlns:a16="http://schemas.microsoft.com/office/drawing/2014/main" id="{1E03EE10-007C-ACAD-F41F-0882FFFA6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156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04800">
              <a:buSzPts val="1200"/>
              <a:buFont typeface="Maven Pro"/>
              <a:buChar char="●"/>
            </a:pPr>
            <a:r>
              <a:rPr lang="en-US" sz="1800" dirty="0"/>
              <a:t>The dataset (Jigsaw Toxic Comment Classification Dataset) contains:</a:t>
            </a:r>
          </a:p>
          <a:p>
            <a:pPr marL="1143000" lvl="2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User comments</a:t>
            </a:r>
          </a:p>
          <a:p>
            <a:pPr marL="1143000" lvl="2" indent="-2286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Multiple toxicity labels</a:t>
            </a:r>
          </a:p>
          <a:p>
            <a:pPr marL="609600" lvl="1" indent="0">
              <a:buSzPts val="1200"/>
              <a:buNone/>
            </a:pPr>
            <a:r>
              <a:rPr lang="en-US" sz="1400" dirty="0"/>
              <a:t>Main classes: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Insult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Toxic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Severe Toxic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Threat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Obscene language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Identity heat </a:t>
            </a:r>
          </a:p>
          <a:p>
            <a:pPr marL="609600" lvl="1" indent="0">
              <a:buSzPts val="1200"/>
              <a:buNone/>
            </a:pPr>
            <a:endParaRPr lang="en-US" dirty="0"/>
          </a:p>
          <a:p>
            <a:pPr marL="609600" lvl="1" indent="0">
              <a:buSzPts val="1200"/>
              <a:buNone/>
            </a:pPr>
            <a:endParaRPr lang="en-US" dirty="0"/>
          </a:p>
        </p:txBody>
      </p:sp>
      <p:grpSp>
        <p:nvGrpSpPr>
          <p:cNvPr id="192" name="Google Shape;192;p15">
            <a:extLst>
              <a:ext uri="{FF2B5EF4-FFF2-40B4-BE49-F238E27FC236}">
                <a16:creationId xmlns:a16="http://schemas.microsoft.com/office/drawing/2014/main" id="{B634EADB-C7CA-DE59-F9A5-4FF42F1C3084}"/>
              </a:ext>
            </a:extLst>
          </p:cNvPr>
          <p:cNvGrpSpPr/>
          <p:nvPr/>
        </p:nvGrpSpPr>
        <p:grpSpPr>
          <a:xfrm rot="10800000">
            <a:off x="7327000" y="3631205"/>
            <a:ext cx="199001" cy="867198"/>
            <a:chOff x="4475150" y="4052605"/>
            <a:chExt cx="199001" cy="867198"/>
          </a:xfrm>
        </p:grpSpPr>
        <p:sp>
          <p:nvSpPr>
            <p:cNvPr id="193" name="Google Shape;193;p15">
              <a:extLst>
                <a:ext uri="{FF2B5EF4-FFF2-40B4-BE49-F238E27FC236}">
                  <a16:creationId xmlns:a16="http://schemas.microsoft.com/office/drawing/2014/main" id="{446BE5E1-7EFE-A300-E211-80B539ADA274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>
              <a:extLst>
                <a:ext uri="{FF2B5EF4-FFF2-40B4-BE49-F238E27FC236}">
                  <a16:creationId xmlns:a16="http://schemas.microsoft.com/office/drawing/2014/main" id="{93F4FDFE-3A1C-CD73-6FD2-058A6568D54C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>
              <a:extLst>
                <a:ext uri="{FF2B5EF4-FFF2-40B4-BE49-F238E27FC236}">
                  <a16:creationId xmlns:a16="http://schemas.microsoft.com/office/drawing/2014/main" id="{E5DE99E2-6A29-1861-246C-94521FF27568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" name="Google Shape;196;p15">
            <a:extLst>
              <a:ext uri="{FF2B5EF4-FFF2-40B4-BE49-F238E27FC236}">
                <a16:creationId xmlns:a16="http://schemas.microsoft.com/office/drawing/2014/main" id="{B74E1AE1-BF9D-38AA-068F-923ACEE445D0}"/>
              </a:ext>
            </a:extLst>
          </p:cNvPr>
          <p:cNvGrpSpPr/>
          <p:nvPr/>
        </p:nvGrpSpPr>
        <p:grpSpPr>
          <a:xfrm rot="10800000">
            <a:off x="3728737" y="3758282"/>
            <a:ext cx="154365" cy="672686"/>
            <a:chOff x="4475150" y="4052605"/>
            <a:chExt cx="199001" cy="867198"/>
          </a:xfrm>
        </p:grpSpPr>
        <p:sp>
          <p:nvSpPr>
            <p:cNvPr id="197" name="Google Shape;197;p15">
              <a:extLst>
                <a:ext uri="{FF2B5EF4-FFF2-40B4-BE49-F238E27FC236}">
                  <a16:creationId xmlns:a16="http://schemas.microsoft.com/office/drawing/2014/main" id="{1D8C1F1C-6006-9498-9A37-BC5985B4C368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5">
              <a:extLst>
                <a:ext uri="{FF2B5EF4-FFF2-40B4-BE49-F238E27FC236}">
                  <a16:creationId xmlns:a16="http://schemas.microsoft.com/office/drawing/2014/main" id="{E288E25E-52BE-65EB-AE20-D837C6B1CACD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5">
              <a:extLst>
                <a:ext uri="{FF2B5EF4-FFF2-40B4-BE49-F238E27FC236}">
                  <a16:creationId xmlns:a16="http://schemas.microsoft.com/office/drawing/2014/main" id="{60E3B9BA-50D0-9213-A037-50678A9D68FB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0" name="Google Shape;200;p15">
            <a:extLst>
              <a:ext uri="{FF2B5EF4-FFF2-40B4-BE49-F238E27FC236}">
                <a16:creationId xmlns:a16="http://schemas.microsoft.com/office/drawing/2014/main" id="{D768A000-EF52-7B01-2D38-36E63686DBF5}"/>
              </a:ext>
            </a:extLst>
          </p:cNvPr>
          <p:cNvSpPr/>
          <p:nvPr/>
        </p:nvSpPr>
        <p:spPr>
          <a:xfrm>
            <a:off x="2756906" y="400408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>
            <a:extLst>
              <a:ext uri="{FF2B5EF4-FFF2-40B4-BE49-F238E27FC236}">
                <a16:creationId xmlns:a16="http://schemas.microsoft.com/office/drawing/2014/main" id="{FDA12930-4AA4-AF51-32C0-BAEABC2B62E6}"/>
              </a:ext>
            </a:extLst>
          </p:cNvPr>
          <p:cNvSpPr/>
          <p:nvPr/>
        </p:nvSpPr>
        <p:spPr>
          <a:xfrm>
            <a:off x="594600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>
            <a:extLst>
              <a:ext uri="{FF2B5EF4-FFF2-40B4-BE49-F238E27FC236}">
                <a16:creationId xmlns:a16="http://schemas.microsoft.com/office/drawing/2014/main" id="{32D30643-6235-26ED-4F12-54D46C84A763}"/>
              </a:ext>
            </a:extLst>
          </p:cNvPr>
          <p:cNvSpPr/>
          <p:nvPr/>
        </p:nvSpPr>
        <p:spPr>
          <a:xfrm>
            <a:off x="104945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541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Dataset Distribution(Visualization)</a:t>
            </a:r>
            <a:endParaRPr dirty="0"/>
          </a:p>
        </p:txBody>
      </p:sp>
      <p:sp>
        <p:nvSpPr>
          <p:cNvPr id="517" name="Google Shape;517;p24" descr="Timeline background shape"/>
          <p:cNvSpPr/>
          <p:nvPr/>
        </p:nvSpPr>
        <p:spPr>
          <a:xfrm flipH="1">
            <a:off x="2865017" y="1369202"/>
            <a:ext cx="2483689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4" descr="Timeline background shape"/>
          <p:cNvSpPr/>
          <p:nvPr/>
        </p:nvSpPr>
        <p:spPr>
          <a:xfrm flipH="1">
            <a:off x="2379375" y="2456543"/>
            <a:ext cx="2476654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4" descr="Timeline background shape"/>
          <p:cNvSpPr/>
          <p:nvPr/>
        </p:nvSpPr>
        <p:spPr>
          <a:xfrm flipH="1">
            <a:off x="1893734" y="3544765"/>
            <a:ext cx="2515328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0" name="Google Shape;520;p24"/>
          <p:cNvGrpSpPr/>
          <p:nvPr/>
        </p:nvGrpSpPr>
        <p:grpSpPr>
          <a:xfrm>
            <a:off x="2023524" y="3591415"/>
            <a:ext cx="2385539" cy="484500"/>
            <a:chOff x="2487743" y="3948755"/>
            <a:chExt cx="2385539" cy="484500"/>
          </a:xfrm>
        </p:grpSpPr>
        <p:sp>
          <p:nvSpPr>
            <p:cNvPr id="521" name="Google Shape;521;p24"/>
            <p:cNvSpPr txBox="1"/>
            <p:nvPr/>
          </p:nvSpPr>
          <p:spPr>
            <a:xfrm>
              <a:off x="2487743" y="3948755"/>
              <a:ext cx="92532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1.4%</a:t>
              </a:r>
              <a:endParaRPr sz="2400" dirty="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2" name="Google Shape;522;p24"/>
            <p:cNvSpPr txBox="1"/>
            <p:nvPr/>
          </p:nvSpPr>
          <p:spPr>
            <a:xfrm>
              <a:off x="3413062" y="3948755"/>
              <a:ext cx="141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Threats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3" name="Google Shape;523;p24"/>
            <p:cNvSpPr txBox="1"/>
            <p:nvPr/>
          </p:nvSpPr>
          <p:spPr>
            <a:xfrm>
              <a:off x="4827563" y="3948755"/>
              <a:ext cx="45719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24" name="Google Shape;524;p24"/>
          <p:cNvGrpSpPr/>
          <p:nvPr/>
        </p:nvGrpSpPr>
        <p:grpSpPr>
          <a:xfrm>
            <a:off x="2416585" y="2503193"/>
            <a:ext cx="2485163" cy="497236"/>
            <a:chOff x="3196214" y="2836364"/>
            <a:chExt cx="2485163" cy="497236"/>
          </a:xfrm>
        </p:grpSpPr>
        <p:sp>
          <p:nvSpPr>
            <p:cNvPr id="525" name="Google Shape;525;p24"/>
            <p:cNvSpPr txBox="1"/>
            <p:nvPr/>
          </p:nvSpPr>
          <p:spPr>
            <a:xfrm>
              <a:off x="3196214" y="2849100"/>
              <a:ext cx="1115019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22.4%</a:t>
              </a:r>
              <a:endParaRPr sz="2400" dirty="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6" name="Google Shape;526;p24"/>
            <p:cNvSpPr txBox="1"/>
            <p:nvPr/>
          </p:nvSpPr>
          <p:spPr>
            <a:xfrm>
              <a:off x="4221158" y="2836364"/>
              <a:ext cx="141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Insults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27" name="Google Shape;527;p24"/>
            <p:cNvSpPr txBox="1"/>
            <p:nvPr/>
          </p:nvSpPr>
          <p:spPr>
            <a:xfrm>
              <a:off x="5635658" y="2836364"/>
              <a:ext cx="45719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528" name="Google Shape;528;p24"/>
          <p:cNvGrpSpPr/>
          <p:nvPr/>
        </p:nvGrpSpPr>
        <p:grpSpPr>
          <a:xfrm>
            <a:off x="2943757" y="1415852"/>
            <a:ext cx="2404958" cy="484500"/>
            <a:chOff x="4060125" y="1724011"/>
            <a:chExt cx="2404958" cy="484500"/>
          </a:xfrm>
        </p:grpSpPr>
        <p:sp>
          <p:nvSpPr>
            <p:cNvPr id="529" name="Google Shape;529;p24"/>
            <p:cNvSpPr txBox="1"/>
            <p:nvPr/>
          </p:nvSpPr>
          <p:spPr>
            <a:xfrm>
              <a:off x="4060125" y="1724011"/>
              <a:ext cx="990458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2"/>
                  </a:solidFill>
                  <a:latin typeface="Share Tech"/>
                  <a:ea typeface="Share Tech"/>
                  <a:cs typeface="Share Tech"/>
                  <a:sym typeface="Share Tech"/>
                </a:rPr>
                <a:t>43.6%</a:t>
              </a:r>
              <a:endParaRPr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30" name="Google Shape;530;p24"/>
            <p:cNvSpPr txBox="1"/>
            <p:nvPr/>
          </p:nvSpPr>
          <p:spPr>
            <a:xfrm>
              <a:off x="5050583" y="1724011"/>
              <a:ext cx="141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Toxic comments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532" name="Google Shape;532;p24"/>
          <p:cNvCxnSpPr/>
          <p:nvPr/>
        </p:nvCxnSpPr>
        <p:spPr>
          <a:xfrm>
            <a:off x="3934207" y="1372352"/>
            <a:ext cx="0" cy="5715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24"/>
          <p:cNvCxnSpPr/>
          <p:nvPr/>
        </p:nvCxnSpPr>
        <p:spPr>
          <a:xfrm>
            <a:off x="3934207" y="1369202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534;p24"/>
          <p:cNvCxnSpPr/>
          <p:nvPr/>
        </p:nvCxnSpPr>
        <p:spPr>
          <a:xfrm>
            <a:off x="3438982" y="2456543"/>
            <a:ext cx="0" cy="577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24"/>
          <p:cNvCxnSpPr/>
          <p:nvPr/>
        </p:nvCxnSpPr>
        <p:spPr>
          <a:xfrm>
            <a:off x="2943757" y="3544315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24"/>
          <p:cNvCxnSpPr/>
          <p:nvPr/>
        </p:nvCxnSpPr>
        <p:spPr>
          <a:xfrm>
            <a:off x="4399994" y="3544315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8" name="Google Shape;538;p24"/>
          <p:cNvSpPr/>
          <p:nvPr/>
        </p:nvSpPr>
        <p:spPr>
          <a:xfrm>
            <a:off x="47270" y="3489265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534614" y="2401043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4"/>
          <p:cNvSpPr/>
          <p:nvPr/>
        </p:nvSpPr>
        <p:spPr>
          <a:xfrm>
            <a:off x="1021957" y="1313702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4"/>
          <p:cNvSpPr/>
          <p:nvPr/>
        </p:nvSpPr>
        <p:spPr>
          <a:xfrm>
            <a:off x="1021957" y="1313702"/>
            <a:ext cx="499500" cy="6888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534614" y="2401043"/>
            <a:ext cx="1004700" cy="688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4"/>
          <p:cNvSpPr/>
          <p:nvPr/>
        </p:nvSpPr>
        <p:spPr>
          <a:xfrm>
            <a:off x="47270" y="3489265"/>
            <a:ext cx="1509300" cy="688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517;p24" descr="Timeline background shape">
            <a:extLst>
              <a:ext uri="{FF2B5EF4-FFF2-40B4-BE49-F238E27FC236}">
                <a16:creationId xmlns:a16="http://schemas.microsoft.com/office/drawing/2014/main" id="{9D60A73E-24D4-069E-60F1-3A98518A5F95}"/>
              </a:ext>
            </a:extLst>
          </p:cNvPr>
          <p:cNvSpPr/>
          <p:nvPr/>
        </p:nvSpPr>
        <p:spPr>
          <a:xfrm flipH="1">
            <a:off x="6751954" y="2058002"/>
            <a:ext cx="2483689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518;p24" descr="Timeline background shape">
            <a:extLst>
              <a:ext uri="{FF2B5EF4-FFF2-40B4-BE49-F238E27FC236}">
                <a16:creationId xmlns:a16="http://schemas.microsoft.com/office/drawing/2014/main" id="{980076FB-C6AA-17C2-B2BC-28736C4ECEA8}"/>
              </a:ext>
            </a:extLst>
          </p:cNvPr>
          <p:cNvSpPr/>
          <p:nvPr/>
        </p:nvSpPr>
        <p:spPr>
          <a:xfrm flipH="1">
            <a:off x="6266312" y="3145343"/>
            <a:ext cx="2476654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519;p24" descr="Timeline background shape">
            <a:extLst>
              <a:ext uri="{FF2B5EF4-FFF2-40B4-BE49-F238E27FC236}">
                <a16:creationId xmlns:a16="http://schemas.microsoft.com/office/drawing/2014/main" id="{E03BE741-18E9-91F1-DE8A-018BD2C1F548}"/>
              </a:ext>
            </a:extLst>
          </p:cNvPr>
          <p:cNvSpPr/>
          <p:nvPr/>
        </p:nvSpPr>
        <p:spPr>
          <a:xfrm flipH="1">
            <a:off x="5780671" y="4233565"/>
            <a:ext cx="2515328" cy="577800"/>
          </a:xfrm>
          <a:prstGeom prst="homePlat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520;p24">
            <a:extLst>
              <a:ext uri="{FF2B5EF4-FFF2-40B4-BE49-F238E27FC236}">
                <a16:creationId xmlns:a16="http://schemas.microsoft.com/office/drawing/2014/main" id="{6CB9D543-5430-C569-F1F5-DF57F605C148}"/>
              </a:ext>
            </a:extLst>
          </p:cNvPr>
          <p:cNvGrpSpPr/>
          <p:nvPr/>
        </p:nvGrpSpPr>
        <p:grpSpPr>
          <a:xfrm>
            <a:off x="6071981" y="4280215"/>
            <a:ext cx="2224019" cy="484500"/>
            <a:chOff x="2649263" y="3948755"/>
            <a:chExt cx="2224019" cy="484500"/>
          </a:xfrm>
        </p:grpSpPr>
        <p:sp>
          <p:nvSpPr>
            <p:cNvPr id="6" name="Google Shape;521;p24">
              <a:extLst>
                <a:ext uri="{FF2B5EF4-FFF2-40B4-BE49-F238E27FC236}">
                  <a16:creationId xmlns:a16="http://schemas.microsoft.com/office/drawing/2014/main" id="{5970CF94-1B50-B5BB-5669-D2DE6479CF83}"/>
                </a:ext>
              </a:extLst>
            </p:cNvPr>
            <p:cNvSpPr txBox="1"/>
            <p:nvPr/>
          </p:nvSpPr>
          <p:spPr>
            <a:xfrm>
              <a:off x="2649263" y="3948755"/>
              <a:ext cx="763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4%</a:t>
              </a:r>
              <a:endParaRPr sz="2400" dirty="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7" name="Google Shape;522;p24">
              <a:extLst>
                <a:ext uri="{FF2B5EF4-FFF2-40B4-BE49-F238E27FC236}">
                  <a16:creationId xmlns:a16="http://schemas.microsoft.com/office/drawing/2014/main" id="{06348D1D-9AAB-EDFD-06BA-8728ED708F42}"/>
                </a:ext>
              </a:extLst>
            </p:cNvPr>
            <p:cNvSpPr txBox="1"/>
            <p:nvPr/>
          </p:nvSpPr>
          <p:spPr>
            <a:xfrm>
              <a:off x="3413062" y="3948755"/>
              <a:ext cx="141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Hate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" name="Google Shape;523;p24">
              <a:extLst>
                <a:ext uri="{FF2B5EF4-FFF2-40B4-BE49-F238E27FC236}">
                  <a16:creationId xmlns:a16="http://schemas.microsoft.com/office/drawing/2014/main" id="{CFD8BEB3-B883-01F1-45DC-CB665C89F85C}"/>
                </a:ext>
              </a:extLst>
            </p:cNvPr>
            <p:cNvSpPr txBox="1"/>
            <p:nvPr/>
          </p:nvSpPr>
          <p:spPr>
            <a:xfrm>
              <a:off x="4827563" y="3948755"/>
              <a:ext cx="45719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9" name="Google Shape;524;p24">
            <a:extLst>
              <a:ext uri="{FF2B5EF4-FFF2-40B4-BE49-F238E27FC236}">
                <a16:creationId xmlns:a16="http://schemas.microsoft.com/office/drawing/2014/main" id="{8D2D9BAE-8BD9-6500-03F0-1FB95EFE6A05}"/>
              </a:ext>
            </a:extLst>
          </p:cNvPr>
          <p:cNvGrpSpPr/>
          <p:nvPr/>
        </p:nvGrpSpPr>
        <p:grpSpPr>
          <a:xfrm>
            <a:off x="6266309" y="3191993"/>
            <a:ext cx="2522376" cy="484500"/>
            <a:chOff x="3159001" y="2836364"/>
            <a:chExt cx="2522376" cy="484500"/>
          </a:xfrm>
        </p:grpSpPr>
        <p:sp>
          <p:nvSpPr>
            <p:cNvPr id="10" name="Google Shape;525;p24">
              <a:extLst>
                <a:ext uri="{FF2B5EF4-FFF2-40B4-BE49-F238E27FC236}">
                  <a16:creationId xmlns:a16="http://schemas.microsoft.com/office/drawing/2014/main" id="{E51B7E31-7DEA-6EAE-2362-CF55E04EB221}"/>
                </a:ext>
              </a:extLst>
            </p:cNvPr>
            <p:cNvSpPr txBox="1"/>
            <p:nvPr/>
          </p:nvSpPr>
          <p:spPr>
            <a:xfrm>
              <a:off x="3159001" y="2836364"/>
              <a:ext cx="1062157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24.2%</a:t>
              </a:r>
              <a:endParaRPr sz="2400" dirty="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1" name="Google Shape;526;p24">
              <a:extLst>
                <a:ext uri="{FF2B5EF4-FFF2-40B4-BE49-F238E27FC236}">
                  <a16:creationId xmlns:a16="http://schemas.microsoft.com/office/drawing/2014/main" id="{81B8E56A-3BD3-296A-4F23-ABD59F4E16F3}"/>
                </a:ext>
              </a:extLst>
            </p:cNvPr>
            <p:cNvSpPr txBox="1"/>
            <p:nvPr/>
          </p:nvSpPr>
          <p:spPr>
            <a:xfrm>
              <a:off x="4221158" y="2836364"/>
              <a:ext cx="141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  <a:ea typeface="Share Tech"/>
                  <a:cs typeface="Share Tech"/>
                  <a:sym typeface="Share Tech"/>
                </a:rPr>
                <a:t>Obscene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2" name="Google Shape;527;p24">
              <a:extLst>
                <a:ext uri="{FF2B5EF4-FFF2-40B4-BE49-F238E27FC236}">
                  <a16:creationId xmlns:a16="http://schemas.microsoft.com/office/drawing/2014/main" id="{415DF5C0-BF39-3889-27A0-EF017826076F}"/>
                </a:ext>
              </a:extLst>
            </p:cNvPr>
            <p:cNvSpPr txBox="1"/>
            <p:nvPr/>
          </p:nvSpPr>
          <p:spPr>
            <a:xfrm>
              <a:off x="5635658" y="2836364"/>
              <a:ext cx="45719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13" name="Google Shape;528;p24">
            <a:extLst>
              <a:ext uri="{FF2B5EF4-FFF2-40B4-BE49-F238E27FC236}">
                <a16:creationId xmlns:a16="http://schemas.microsoft.com/office/drawing/2014/main" id="{8F029514-DEF0-8008-C314-9A84E98E332B}"/>
              </a:ext>
            </a:extLst>
          </p:cNvPr>
          <p:cNvGrpSpPr/>
          <p:nvPr/>
        </p:nvGrpSpPr>
        <p:grpSpPr>
          <a:xfrm>
            <a:off x="6901184" y="2104652"/>
            <a:ext cx="2334468" cy="484500"/>
            <a:chOff x="4130615" y="1724011"/>
            <a:chExt cx="2334468" cy="484500"/>
          </a:xfrm>
        </p:grpSpPr>
        <p:sp>
          <p:nvSpPr>
            <p:cNvPr id="14" name="Google Shape;529;p24">
              <a:extLst>
                <a:ext uri="{FF2B5EF4-FFF2-40B4-BE49-F238E27FC236}">
                  <a16:creationId xmlns:a16="http://schemas.microsoft.com/office/drawing/2014/main" id="{D42276A6-B4C4-1388-3B7B-8EBDDCA76011}"/>
                </a:ext>
              </a:extLst>
            </p:cNvPr>
            <p:cNvSpPr txBox="1"/>
            <p:nvPr/>
          </p:nvSpPr>
          <p:spPr>
            <a:xfrm>
              <a:off x="4130615" y="1724011"/>
              <a:ext cx="919968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2"/>
                  </a:solidFill>
                  <a:latin typeface="Share Tech"/>
                  <a:ea typeface="Share Tech"/>
                  <a:cs typeface="Share Tech"/>
                  <a:sym typeface="Share Tech"/>
                </a:rPr>
                <a:t>4.5%</a:t>
              </a:r>
              <a:endParaRPr sz="2400" dirty="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5" name="Google Shape;530;p24">
              <a:extLst>
                <a:ext uri="{FF2B5EF4-FFF2-40B4-BE49-F238E27FC236}">
                  <a16:creationId xmlns:a16="http://schemas.microsoft.com/office/drawing/2014/main" id="{5C746780-DD5C-5E9B-8644-A73255E431DD}"/>
                </a:ext>
              </a:extLst>
            </p:cNvPr>
            <p:cNvSpPr txBox="1"/>
            <p:nvPr/>
          </p:nvSpPr>
          <p:spPr>
            <a:xfrm>
              <a:off x="4938173" y="1724011"/>
              <a:ext cx="152691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Severe Toxic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16" name="Google Shape;532;p24">
            <a:extLst>
              <a:ext uri="{FF2B5EF4-FFF2-40B4-BE49-F238E27FC236}">
                <a16:creationId xmlns:a16="http://schemas.microsoft.com/office/drawing/2014/main" id="{19068CD8-7C8B-081D-1141-856379D518E0}"/>
              </a:ext>
            </a:extLst>
          </p:cNvPr>
          <p:cNvCxnSpPr/>
          <p:nvPr/>
        </p:nvCxnSpPr>
        <p:spPr>
          <a:xfrm>
            <a:off x="7821144" y="2061152"/>
            <a:ext cx="0" cy="5715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533;p24">
            <a:extLst>
              <a:ext uri="{FF2B5EF4-FFF2-40B4-BE49-F238E27FC236}">
                <a16:creationId xmlns:a16="http://schemas.microsoft.com/office/drawing/2014/main" id="{CE71A3C1-49A5-849C-D06B-73CFD8DB9392}"/>
              </a:ext>
            </a:extLst>
          </p:cNvPr>
          <p:cNvCxnSpPr/>
          <p:nvPr/>
        </p:nvCxnSpPr>
        <p:spPr>
          <a:xfrm>
            <a:off x="9235644" y="2057552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534;p24">
            <a:extLst>
              <a:ext uri="{FF2B5EF4-FFF2-40B4-BE49-F238E27FC236}">
                <a16:creationId xmlns:a16="http://schemas.microsoft.com/office/drawing/2014/main" id="{659DCBD1-2B19-2031-8AAF-D80073999547}"/>
              </a:ext>
            </a:extLst>
          </p:cNvPr>
          <p:cNvCxnSpPr/>
          <p:nvPr/>
        </p:nvCxnSpPr>
        <p:spPr>
          <a:xfrm>
            <a:off x="7325919" y="3145343"/>
            <a:ext cx="0" cy="577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535;p24">
            <a:extLst>
              <a:ext uri="{FF2B5EF4-FFF2-40B4-BE49-F238E27FC236}">
                <a16:creationId xmlns:a16="http://schemas.microsoft.com/office/drawing/2014/main" id="{CF61BE19-EECA-9805-AE4A-9CFD39BBEBC7}"/>
              </a:ext>
            </a:extLst>
          </p:cNvPr>
          <p:cNvCxnSpPr/>
          <p:nvPr/>
        </p:nvCxnSpPr>
        <p:spPr>
          <a:xfrm>
            <a:off x="8742969" y="3145343"/>
            <a:ext cx="0" cy="577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536;p24">
            <a:extLst>
              <a:ext uri="{FF2B5EF4-FFF2-40B4-BE49-F238E27FC236}">
                <a16:creationId xmlns:a16="http://schemas.microsoft.com/office/drawing/2014/main" id="{F90CE9B2-B35B-D1EC-D1A7-EF7B33A20BC3}"/>
              </a:ext>
            </a:extLst>
          </p:cNvPr>
          <p:cNvCxnSpPr/>
          <p:nvPr/>
        </p:nvCxnSpPr>
        <p:spPr>
          <a:xfrm>
            <a:off x="6830694" y="4233115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537;p24">
            <a:extLst>
              <a:ext uri="{FF2B5EF4-FFF2-40B4-BE49-F238E27FC236}">
                <a16:creationId xmlns:a16="http://schemas.microsoft.com/office/drawing/2014/main" id="{E4E5B334-8853-B393-6464-C800D78521C5}"/>
              </a:ext>
            </a:extLst>
          </p:cNvPr>
          <p:cNvCxnSpPr/>
          <p:nvPr/>
        </p:nvCxnSpPr>
        <p:spPr>
          <a:xfrm>
            <a:off x="8286931" y="4233115"/>
            <a:ext cx="0" cy="578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538;p24">
            <a:extLst>
              <a:ext uri="{FF2B5EF4-FFF2-40B4-BE49-F238E27FC236}">
                <a16:creationId xmlns:a16="http://schemas.microsoft.com/office/drawing/2014/main" id="{D4B3DE22-A0C6-A6DC-94F4-CF55164D48FF}"/>
              </a:ext>
            </a:extLst>
          </p:cNvPr>
          <p:cNvSpPr/>
          <p:nvPr/>
        </p:nvSpPr>
        <p:spPr>
          <a:xfrm>
            <a:off x="3934207" y="4178065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539;p24">
            <a:extLst>
              <a:ext uri="{FF2B5EF4-FFF2-40B4-BE49-F238E27FC236}">
                <a16:creationId xmlns:a16="http://schemas.microsoft.com/office/drawing/2014/main" id="{C5A23AD2-0806-F371-22B4-99248B648464}"/>
              </a:ext>
            </a:extLst>
          </p:cNvPr>
          <p:cNvSpPr/>
          <p:nvPr/>
        </p:nvSpPr>
        <p:spPr>
          <a:xfrm>
            <a:off x="4421551" y="3089843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540;p24">
            <a:extLst>
              <a:ext uri="{FF2B5EF4-FFF2-40B4-BE49-F238E27FC236}">
                <a16:creationId xmlns:a16="http://schemas.microsoft.com/office/drawing/2014/main" id="{77833F7F-2F31-C451-AE84-D40A9E87B6C0}"/>
              </a:ext>
            </a:extLst>
          </p:cNvPr>
          <p:cNvSpPr/>
          <p:nvPr/>
        </p:nvSpPr>
        <p:spPr>
          <a:xfrm>
            <a:off x="4908894" y="2002502"/>
            <a:ext cx="1677900" cy="68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541;p24">
            <a:extLst>
              <a:ext uri="{FF2B5EF4-FFF2-40B4-BE49-F238E27FC236}">
                <a16:creationId xmlns:a16="http://schemas.microsoft.com/office/drawing/2014/main" id="{8C224F96-E7A5-2FCB-A2A5-9D63F96173FB}"/>
              </a:ext>
            </a:extLst>
          </p:cNvPr>
          <p:cNvSpPr/>
          <p:nvPr/>
        </p:nvSpPr>
        <p:spPr>
          <a:xfrm>
            <a:off x="4908894" y="2002502"/>
            <a:ext cx="499500" cy="6888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542;p24">
            <a:extLst>
              <a:ext uri="{FF2B5EF4-FFF2-40B4-BE49-F238E27FC236}">
                <a16:creationId xmlns:a16="http://schemas.microsoft.com/office/drawing/2014/main" id="{01934476-9E98-D58F-0BAF-313CC509B80A}"/>
              </a:ext>
            </a:extLst>
          </p:cNvPr>
          <p:cNvSpPr/>
          <p:nvPr/>
        </p:nvSpPr>
        <p:spPr>
          <a:xfrm>
            <a:off x="4421551" y="3089843"/>
            <a:ext cx="1004700" cy="688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543;p24">
            <a:extLst>
              <a:ext uri="{FF2B5EF4-FFF2-40B4-BE49-F238E27FC236}">
                <a16:creationId xmlns:a16="http://schemas.microsoft.com/office/drawing/2014/main" id="{C8AB9C1A-EE51-D8FC-65D4-8DB48A8D7A0D}"/>
              </a:ext>
            </a:extLst>
          </p:cNvPr>
          <p:cNvSpPr/>
          <p:nvPr/>
        </p:nvSpPr>
        <p:spPr>
          <a:xfrm>
            <a:off x="3934207" y="4178065"/>
            <a:ext cx="1509300" cy="6888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2-Text Cleaning</a:t>
            </a:r>
            <a:endParaRPr dirty="0"/>
          </a:p>
        </p:txBody>
      </p:sp>
      <p:sp>
        <p:nvSpPr>
          <p:cNvPr id="208" name="Google Shape;208;p16"/>
          <p:cNvSpPr/>
          <p:nvPr/>
        </p:nvSpPr>
        <p:spPr>
          <a:xfrm>
            <a:off x="4099275" y="1701800"/>
            <a:ext cx="965700" cy="965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/>
          <p:cNvGrpSpPr/>
          <p:nvPr/>
        </p:nvGrpSpPr>
        <p:grpSpPr>
          <a:xfrm>
            <a:off x="713213" y="3618436"/>
            <a:ext cx="2040312" cy="786947"/>
            <a:chOff x="713213" y="3694636"/>
            <a:chExt cx="2040312" cy="786947"/>
          </a:xfrm>
        </p:grpSpPr>
        <p:sp>
          <p:nvSpPr>
            <p:cNvPr id="210" name="Google Shape;210;p16"/>
            <p:cNvSpPr txBox="1"/>
            <p:nvPr/>
          </p:nvSpPr>
          <p:spPr>
            <a:xfrm>
              <a:off x="713225" y="3694636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Removing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11" name="Google Shape;211;p16"/>
            <p:cNvSpPr txBox="1"/>
            <p:nvPr/>
          </p:nvSpPr>
          <p:spPr>
            <a:xfrm>
              <a:off x="713213" y="3997083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URLs</a:t>
              </a:r>
              <a:b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</a:br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Punctuation</a:t>
              </a:r>
              <a:b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</a:br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Special character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 rot="10800000">
            <a:off x="3433297" y="2349908"/>
            <a:ext cx="2279671" cy="1087679"/>
          </a:xfrm>
          <a:custGeom>
            <a:avLst/>
            <a:gdLst/>
            <a:ahLst/>
            <a:cxnLst/>
            <a:rect l="l" t="t" r="r" b="b"/>
            <a:pathLst>
              <a:path w="66087" h="33020" extrusionOk="0">
                <a:moveTo>
                  <a:pt x="33019" y="0"/>
                </a:moveTo>
                <a:cubicBezTo>
                  <a:pt x="14818" y="0"/>
                  <a:pt x="0" y="14808"/>
                  <a:pt x="0" y="33019"/>
                </a:cubicBezTo>
                <a:lnTo>
                  <a:pt x="1659" y="33019"/>
                </a:lnTo>
                <a:cubicBezTo>
                  <a:pt x="1659" y="15718"/>
                  <a:pt x="15718" y="1659"/>
                  <a:pt x="33019" y="1659"/>
                </a:cubicBezTo>
                <a:cubicBezTo>
                  <a:pt x="50321" y="1659"/>
                  <a:pt x="64427" y="15718"/>
                  <a:pt x="64427" y="33019"/>
                </a:cubicBezTo>
                <a:lnTo>
                  <a:pt x="66086" y="33019"/>
                </a:lnTo>
                <a:cubicBezTo>
                  <a:pt x="66086" y="14808"/>
                  <a:pt x="51269" y="0"/>
                  <a:pt x="330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6"/>
          <p:cNvSpPr/>
          <p:nvPr/>
        </p:nvSpPr>
        <p:spPr>
          <a:xfrm rot="10800000">
            <a:off x="5064850" y="3216360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6"/>
          <p:cNvSpPr/>
          <p:nvPr/>
        </p:nvSpPr>
        <p:spPr>
          <a:xfrm rot="10800000">
            <a:off x="3969131" y="3216360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"/>
          <p:cNvSpPr/>
          <p:nvPr/>
        </p:nvSpPr>
        <p:spPr>
          <a:xfrm rot="10800000">
            <a:off x="4510433" y="3343173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6"/>
          <p:cNvSpPr/>
          <p:nvPr/>
        </p:nvSpPr>
        <p:spPr>
          <a:xfrm rot="10800000">
            <a:off x="5429149" y="2885104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"/>
          <p:cNvSpPr/>
          <p:nvPr/>
        </p:nvSpPr>
        <p:spPr>
          <a:xfrm rot="10800000">
            <a:off x="3589581" y="2885104"/>
            <a:ext cx="123900" cy="123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" name="Google Shape;218;p16"/>
          <p:cNvGrpSpPr/>
          <p:nvPr/>
        </p:nvGrpSpPr>
        <p:grpSpPr>
          <a:xfrm>
            <a:off x="3549538" y="3618436"/>
            <a:ext cx="2040312" cy="786947"/>
            <a:chOff x="3549538" y="3694636"/>
            <a:chExt cx="2040312" cy="786947"/>
          </a:xfrm>
        </p:grpSpPr>
        <p:sp>
          <p:nvSpPr>
            <p:cNvPr id="219" name="Google Shape;219;p16"/>
            <p:cNvSpPr txBox="1"/>
            <p:nvPr/>
          </p:nvSpPr>
          <p:spPr>
            <a:xfrm>
              <a:off x="3549550" y="3694636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Machine Learning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20" name="Google Shape;220;p16"/>
            <p:cNvSpPr txBox="1"/>
            <p:nvPr/>
          </p:nvSpPr>
          <p:spPr>
            <a:xfrm>
              <a:off x="3549538" y="3997083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Build multiple machine learning models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21" name="Google Shape;221;p16"/>
          <p:cNvGrpSpPr/>
          <p:nvPr/>
        </p:nvGrpSpPr>
        <p:grpSpPr>
          <a:xfrm>
            <a:off x="6385863" y="3618436"/>
            <a:ext cx="2040312" cy="786947"/>
            <a:chOff x="6385863" y="3694636"/>
            <a:chExt cx="2040312" cy="786947"/>
          </a:xfrm>
        </p:grpSpPr>
        <p:sp>
          <p:nvSpPr>
            <p:cNvPr id="222" name="Google Shape;222;p16"/>
            <p:cNvSpPr txBox="1"/>
            <p:nvPr/>
          </p:nvSpPr>
          <p:spPr>
            <a:xfrm>
              <a:off x="6385875" y="3694636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Predict toxicity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23" name="Google Shape;223;p16"/>
            <p:cNvSpPr txBox="1"/>
            <p:nvPr/>
          </p:nvSpPr>
          <p:spPr>
            <a:xfrm>
              <a:off x="6385863" y="3997083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Predict toxicity categories automatically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24" name="Google Shape;224;p16"/>
          <p:cNvGrpSpPr/>
          <p:nvPr/>
        </p:nvGrpSpPr>
        <p:grpSpPr>
          <a:xfrm>
            <a:off x="6385863" y="2327250"/>
            <a:ext cx="2040312" cy="786947"/>
            <a:chOff x="6385863" y="2403450"/>
            <a:chExt cx="2040312" cy="786947"/>
          </a:xfrm>
        </p:grpSpPr>
        <p:sp>
          <p:nvSpPr>
            <p:cNvPr id="225" name="Google Shape;225;p16"/>
            <p:cNvSpPr txBox="1"/>
            <p:nvPr/>
          </p:nvSpPr>
          <p:spPr>
            <a:xfrm>
              <a:off x="6385875" y="2403450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Performence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26" name="Google Shape;226;p16"/>
            <p:cNvSpPr txBox="1"/>
            <p:nvPr/>
          </p:nvSpPr>
          <p:spPr>
            <a:xfrm>
              <a:off x="6385863" y="2705897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Compare model performance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27" name="Google Shape;227;p16"/>
          <p:cNvGrpSpPr/>
          <p:nvPr/>
        </p:nvGrpSpPr>
        <p:grpSpPr>
          <a:xfrm>
            <a:off x="713188" y="2271063"/>
            <a:ext cx="2040300" cy="843134"/>
            <a:chOff x="713188" y="2347263"/>
            <a:chExt cx="2040300" cy="843134"/>
          </a:xfrm>
        </p:grpSpPr>
        <p:sp>
          <p:nvSpPr>
            <p:cNvPr id="228" name="Google Shape;228;p16"/>
            <p:cNvSpPr txBox="1"/>
            <p:nvPr/>
          </p:nvSpPr>
          <p:spPr>
            <a:xfrm>
              <a:off x="713188" y="2347263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 algn="ctr"/>
              <a:r>
                <a:rPr lang="en-US" sz="2000" dirty="0">
                  <a:solidFill>
                    <a:schemeClr val="tx1"/>
                  </a:solidFill>
                  <a:latin typeface="Share Tech" panose="020B0604020202020204" charset="0"/>
                </a:rPr>
                <a:t>Converting</a:t>
              </a:r>
              <a:endParaRPr sz="2000" dirty="0">
                <a:solidFill>
                  <a:schemeClr val="tx1"/>
                </a:solidFill>
                <a:latin typeface="Share Tech" panose="020B0604020202020204" charset="0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29" name="Google Shape;229;p16"/>
            <p:cNvSpPr txBox="1"/>
            <p:nvPr/>
          </p:nvSpPr>
          <p:spPr>
            <a:xfrm>
              <a:off x="713188" y="2705897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Text to lowercase</a:t>
              </a:r>
            </a:p>
            <a:p>
              <a:pPr lvl="0" algn="ctr"/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30" name="Google Shape;230;p16"/>
          <p:cNvGrpSpPr/>
          <p:nvPr/>
        </p:nvGrpSpPr>
        <p:grpSpPr>
          <a:xfrm>
            <a:off x="4323043" y="1925610"/>
            <a:ext cx="518164" cy="518081"/>
            <a:chOff x="7976174" y="2925108"/>
            <a:chExt cx="334666" cy="334634"/>
          </a:xfrm>
        </p:grpSpPr>
        <p:sp>
          <p:nvSpPr>
            <p:cNvPr id="231" name="Google Shape;231;p16"/>
            <p:cNvSpPr/>
            <p:nvPr/>
          </p:nvSpPr>
          <p:spPr>
            <a:xfrm>
              <a:off x="8003100" y="3064545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286"/>
                  </a:lnTo>
                  <a:cubicBezTo>
                    <a:pt x="0" y="370"/>
                    <a:pt x="72" y="441"/>
                    <a:pt x="167" y="441"/>
                  </a:cubicBezTo>
                  <a:cubicBezTo>
                    <a:pt x="250" y="441"/>
                    <a:pt x="322" y="370"/>
                    <a:pt x="322" y="286"/>
                  </a:cubicBezTo>
                  <a:lnTo>
                    <a:pt x="322" y="167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8003100" y="3046371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286"/>
                  </a:lnTo>
                  <a:cubicBezTo>
                    <a:pt x="0" y="369"/>
                    <a:pt x="72" y="452"/>
                    <a:pt x="167" y="452"/>
                  </a:cubicBezTo>
                  <a:cubicBezTo>
                    <a:pt x="250" y="452"/>
                    <a:pt x="322" y="369"/>
                    <a:pt x="322" y="286"/>
                  </a:cubicBezTo>
                  <a:lnTo>
                    <a:pt x="322" y="167"/>
                  </a:lnTo>
                  <a:cubicBezTo>
                    <a:pt x="334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8272519" y="3105093"/>
              <a:ext cx="10630" cy="14418"/>
            </a:xfrm>
            <a:custGeom>
              <a:avLst/>
              <a:gdLst/>
              <a:ahLst/>
              <a:cxnLst/>
              <a:rect l="l" t="t" r="r" b="b"/>
              <a:pathLst>
                <a:path w="334" h="453" extrusionOk="0">
                  <a:moveTo>
                    <a:pt x="167" y="0"/>
                  </a:moveTo>
                  <a:cubicBezTo>
                    <a:pt x="84" y="0"/>
                    <a:pt x="1" y="72"/>
                    <a:pt x="1" y="167"/>
                  </a:cubicBezTo>
                  <a:lnTo>
                    <a:pt x="1" y="286"/>
                  </a:lnTo>
                  <a:cubicBezTo>
                    <a:pt x="1" y="370"/>
                    <a:pt x="84" y="453"/>
                    <a:pt x="167" y="453"/>
                  </a:cubicBezTo>
                  <a:cubicBezTo>
                    <a:pt x="263" y="453"/>
                    <a:pt x="334" y="370"/>
                    <a:pt x="334" y="286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8272519" y="3123266"/>
              <a:ext cx="10630" cy="14068"/>
            </a:xfrm>
            <a:custGeom>
              <a:avLst/>
              <a:gdLst/>
              <a:ahLst/>
              <a:cxnLst/>
              <a:rect l="l" t="t" r="r" b="b"/>
              <a:pathLst>
                <a:path w="334" h="442" extrusionOk="0">
                  <a:moveTo>
                    <a:pt x="167" y="1"/>
                  </a:moveTo>
                  <a:cubicBezTo>
                    <a:pt x="84" y="1"/>
                    <a:pt x="1" y="72"/>
                    <a:pt x="1" y="168"/>
                  </a:cubicBezTo>
                  <a:lnTo>
                    <a:pt x="1" y="287"/>
                  </a:lnTo>
                  <a:cubicBezTo>
                    <a:pt x="1" y="370"/>
                    <a:pt x="84" y="442"/>
                    <a:pt x="167" y="442"/>
                  </a:cubicBezTo>
                  <a:cubicBezTo>
                    <a:pt x="263" y="442"/>
                    <a:pt x="334" y="370"/>
                    <a:pt x="334" y="287"/>
                  </a:cubicBezTo>
                  <a:lnTo>
                    <a:pt x="334" y="168"/>
                  </a:lnTo>
                  <a:cubicBezTo>
                    <a:pt x="334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7976174" y="2925108"/>
              <a:ext cx="334666" cy="334634"/>
            </a:xfrm>
            <a:custGeom>
              <a:avLst/>
              <a:gdLst/>
              <a:ahLst/>
              <a:cxnLst/>
              <a:rect l="l" t="t" r="r" b="b"/>
              <a:pathLst>
                <a:path w="10515" h="10514" extrusionOk="0">
                  <a:moveTo>
                    <a:pt x="5109" y="655"/>
                  </a:moveTo>
                  <a:lnTo>
                    <a:pt x="5109" y="2762"/>
                  </a:lnTo>
                  <a:lnTo>
                    <a:pt x="4704" y="2762"/>
                  </a:lnTo>
                  <a:lnTo>
                    <a:pt x="4704" y="655"/>
                  </a:lnTo>
                  <a:close/>
                  <a:moveTo>
                    <a:pt x="7549" y="655"/>
                  </a:moveTo>
                  <a:lnTo>
                    <a:pt x="7549" y="738"/>
                  </a:lnTo>
                  <a:lnTo>
                    <a:pt x="7549" y="750"/>
                  </a:lnTo>
                  <a:lnTo>
                    <a:pt x="7549" y="1584"/>
                  </a:lnTo>
                  <a:lnTo>
                    <a:pt x="7549" y="1774"/>
                  </a:lnTo>
                  <a:cubicBezTo>
                    <a:pt x="7442" y="1667"/>
                    <a:pt x="7311" y="1572"/>
                    <a:pt x="7157" y="1536"/>
                  </a:cubicBezTo>
                  <a:cubicBezTo>
                    <a:pt x="7122" y="1527"/>
                    <a:pt x="7085" y="1523"/>
                    <a:pt x="7048" y="1523"/>
                  </a:cubicBezTo>
                  <a:cubicBezTo>
                    <a:pt x="6935" y="1523"/>
                    <a:pt x="6818" y="1565"/>
                    <a:pt x="6728" y="1655"/>
                  </a:cubicBezTo>
                  <a:cubicBezTo>
                    <a:pt x="6716" y="1667"/>
                    <a:pt x="6371" y="1965"/>
                    <a:pt x="6811" y="2584"/>
                  </a:cubicBezTo>
                  <a:cubicBezTo>
                    <a:pt x="6859" y="2643"/>
                    <a:pt x="6907" y="2691"/>
                    <a:pt x="6918" y="2762"/>
                  </a:cubicBezTo>
                  <a:lnTo>
                    <a:pt x="5430" y="2762"/>
                  </a:lnTo>
                  <a:lnTo>
                    <a:pt x="5430" y="655"/>
                  </a:lnTo>
                  <a:close/>
                  <a:moveTo>
                    <a:pt x="2359" y="523"/>
                  </a:moveTo>
                  <a:cubicBezTo>
                    <a:pt x="2823" y="523"/>
                    <a:pt x="3485" y="630"/>
                    <a:pt x="3620" y="833"/>
                  </a:cubicBezTo>
                  <a:cubicBezTo>
                    <a:pt x="3644" y="881"/>
                    <a:pt x="3704" y="917"/>
                    <a:pt x="3763" y="917"/>
                  </a:cubicBezTo>
                  <a:lnTo>
                    <a:pt x="4359" y="917"/>
                  </a:lnTo>
                  <a:lnTo>
                    <a:pt x="4359" y="2500"/>
                  </a:lnTo>
                  <a:lnTo>
                    <a:pt x="3954" y="2500"/>
                  </a:lnTo>
                  <a:cubicBezTo>
                    <a:pt x="3894" y="2500"/>
                    <a:pt x="3847" y="2536"/>
                    <a:pt x="3823" y="2560"/>
                  </a:cubicBezTo>
                  <a:cubicBezTo>
                    <a:pt x="3466" y="3024"/>
                    <a:pt x="3275" y="3072"/>
                    <a:pt x="3037" y="3119"/>
                  </a:cubicBezTo>
                  <a:cubicBezTo>
                    <a:pt x="2858" y="3143"/>
                    <a:pt x="2644" y="3191"/>
                    <a:pt x="2358" y="3381"/>
                  </a:cubicBezTo>
                  <a:cubicBezTo>
                    <a:pt x="2174" y="3515"/>
                    <a:pt x="2037" y="3549"/>
                    <a:pt x="1955" y="3549"/>
                  </a:cubicBezTo>
                  <a:cubicBezTo>
                    <a:pt x="1921" y="3549"/>
                    <a:pt x="1896" y="3543"/>
                    <a:pt x="1882" y="3536"/>
                  </a:cubicBezTo>
                  <a:cubicBezTo>
                    <a:pt x="1846" y="3477"/>
                    <a:pt x="1846" y="3417"/>
                    <a:pt x="1846" y="3381"/>
                  </a:cubicBezTo>
                  <a:cubicBezTo>
                    <a:pt x="1882" y="3203"/>
                    <a:pt x="2168" y="3000"/>
                    <a:pt x="2346" y="2905"/>
                  </a:cubicBezTo>
                  <a:cubicBezTo>
                    <a:pt x="2442" y="2858"/>
                    <a:pt x="2466" y="2762"/>
                    <a:pt x="2430" y="2679"/>
                  </a:cubicBezTo>
                  <a:cubicBezTo>
                    <a:pt x="2394" y="2619"/>
                    <a:pt x="2335" y="2596"/>
                    <a:pt x="2263" y="2596"/>
                  </a:cubicBezTo>
                  <a:lnTo>
                    <a:pt x="715" y="2596"/>
                  </a:lnTo>
                  <a:cubicBezTo>
                    <a:pt x="644" y="2596"/>
                    <a:pt x="584" y="2536"/>
                    <a:pt x="584" y="2465"/>
                  </a:cubicBezTo>
                  <a:lnTo>
                    <a:pt x="584" y="2441"/>
                  </a:lnTo>
                  <a:cubicBezTo>
                    <a:pt x="584" y="2369"/>
                    <a:pt x="644" y="2310"/>
                    <a:pt x="715" y="2310"/>
                  </a:cubicBezTo>
                  <a:lnTo>
                    <a:pt x="2132" y="2310"/>
                  </a:lnTo>
                  <a:cubicBezTo>
                    <a:pt x="2215" y="2310"/>
                    <a:pt x="2287" y="2238"/>
                    <a:pt x="2287" y="2143"/>
                  </a:cubicBezTo>
                  <a:cubicBezTo>
                    <a:pt x="2287" y="2060"/>
                    <a:pt x="2215" y="1988"/>
                    <a:pt x="2132" y="1988"/>
                  </a:cubicBezTo>
                  <a:lnTo>
                    <a:pt x="715" y="1988"/>
                  </a:lnTo>
                  <a:lnTo>
                    <a:pt x="441" y="2012"/>
                  </a:lnTo>
                  <a:cubicBezTo>
                    <a:pt x="370" y="2012"/>
                    <a:pt x="310" y="1953"/>
                    <a:pt x="310" y="1881"/>
                  </a:cubicBezTo>
                  <a:lnTo>
                    <a:pt x="310" y="1869"/>
                  </a:lnTo>
                  <a:cubicBezTo>
                    <a:pt x="310" y="1786"/>
                    <a:pt x="370" y="1726"/>
                    <a:pt x="441" y="1726"/>
                  </a:cubicBezTo>
                  <a:lnTo>
                    <a:pt x="2156" y="1726"/>
                  </a:lnTo>
                  <a:cubicBezTo>
                    <a:pt x="2251" y="1726"/>
                    <a:pt x="2323" y="1655"/>
                    <a:pt x="2323" y="1572"/>
                  </a:cubicBezTo>
                  <a:cubicBezTo>
                    <a:pt x="2323" y="1476"/>
                    <a:pt x="2251" y="1405"/>
                    <a:pt x="2156" y="1405"/>
                  </a:cubicBezTo>
                  <a:lnTo>
                    <a:pt x="691" y="1405"/>
                  </a:lnTo>
                  <a:cubicBezTo>
                    <a:pt x="632" y="1393"/>
                    <a:pt x="596" y="1345"/>
                    <a:pt x="596" y="1286"/>
                  </a:cubicBezTo>
                  <a:lnTo>
                    <a:pt x="596" y="1274"/>
                  </a:lnTo>
                  <a:cubicBezTo>
                    <a:pt x="596" y="1191"/>
                    <a:pt x="656" y="1131"/>
                    <a:pt x="727" y="1131"/>
                  </a:cubicBezTo>
                  <a:lnTo>
                    <a:pt x="2156" y="1131"/>
                  </a:lnTo>
                  <a:cubicBezTo>
                    <a:pt x="2239" y="1131"/>
                    <a:pt x="2323" y="1060"/>
                    <a:pt x="2323" y="976"/>
                  </a:cubicBezTo>
                  <a:cubicBezTo>
                    <a:pt x="2323" y="881"/>
                    <a:pt x="2239" y="810"/>
                    <a:pt x="2156" y="810"/>
                  </a:cubicBezTo>
                  <a:lnTo>
                    <a:pt x="1442" y="810"/>
                  </a:lnTo>
                  <a:cubicBezTo>
                    <a:pt x="1370" y="810"/>
                    <a:pt x="1311" y="750"/>
                    <a:pt x="1311" y="679"/>
                  </a:cubicBezTo>
                  <a:lnTo>
                    <a:pt x="1311" y="655"/>
                  </a:lnTo>
                  <a:cubicBezTo>
                    <a:pt x="1311" y="583"/>
                    <a:pt x="1370" y="524"/>
                    <a:pt x="1442" y="524"/>
                  </a:cubicBezTo>
                  <a:lnTo>
                    <a:pt x="2287" y="524"/>
                  </a:lnTo>
                  <a:cubicBezTo>
                    <a:pt x="2310" y="523"/>
                    <a:pt x="2334" y="523"/>
                    <a:pt x="2359" y="523"/>
                  </a:cubicBezTo>
                  <a:close/>
                  <a:moveTo>
                    <a:pt x="8633" y="310"/>
                  </a:moveTo>
                  <a:cubicBezTo>
                    <a:pt x="8704" y="310"/>
                    <a:pt x="8764" y="369"/>
                    <a:pt x="8764" y="452"/>
                  </a:cubicBezTo>
                  <a:lnTo>
                    <a:pt x="8764" y="691"/>
                  </a:lnTo>
                  <a:lnTo>
                    <a:pt x="8764" y="726"/>
                  </a:lnTo>
                  <a:lnTo>
                    <a:pt x="8764" y="1107"/>
                  </a:lnTo>
                  <a:lnTo>
                    <a:pt x="8764" y="1131"/>
                  </a:lnTo>
                  <a:lnTo>
                    <a:pt x="8764" y="2155"/>
                  </a:lnTo>
                  <a:cubicBezTo>
                    <a:pt x="8764" y="2250"/>
                    <a:pt x="8835" y="2322"/>
                    <a:pt x="8931" y="2322"/>
                  </a:cubicBezTo>
                  <a:cubicBezTo>
                    <a:pt x="9014" y="2322"/>
                    <a:pt x="9085" y="2250"/>
                    <a:pt x="9085" y="2155"/>
                  </a:cubicBezTo>
                  <a:lnTo>
                    <a:pt x="9085" y="1012"/>
                  </a:lnTo>
                  <a:lnTo>
                    <a:pt x="9085" y="988"/>
                  </a:lnTo>
                  <a:lnTo>
                    <a:pt x="9085" y="953"/>
                  </a:lnTo>
                  <a:lnTo>
                    <a:pt x="9085" y="702"/>
                  </a:lnTo>
                  <a:cubicBezTo>
                    <a:pt x="9109" y="643"/>
                    <a:pt x="9145" y="595"/>
                    <a:pt x="9204" y="595"/>
                  </a:cubicBezTo>
                  <a:lnTo>
                    <a:pt x="9228" y="595"/>
                  </a:lnTo>
                  <a:cubicBezTo>
                    <a:pt x="9300" y="595"/>
                    <a:pt x="9359" y="655"/>
                    <a:pt x="9359" y="726"/>
                  </a:cubicBezTo>
                  <a:lnTo>
                    <a:pt x="9359" y="1322"/>
                  </a:lnTo>
                  <a:lnTo>
                    <a:pt x="9359" y="1441"/>
                  </a:lnTo>
                  <a:lnTo>
                    <a:pt x="9359" y="2155"/>
                  </a:lnTo>
                  <a:cubicBezTo>
                    <a:pt x="9359" y="2250"/>
                    <a:pt x="9431" y="2322"/>
                    <a:pt x="9526" y="2322"/>
                  </a:cubicBezTo>
                  <a:cubicBezTo>
                    <a:pt x="9609" y="2322"/>
                    <a:pt x="9681" y="2250"/>
                    <a:pt x="9681" y="2155"/>
                  </a:cubicBezTo>
                  <a:lnTo>
                    <a:pt x="9681" y="1441"/>
                  </a:lnTo>
                  <a:cubicBezTo>
                    <a:pt x="9681" y="1369"/>
                    <a:pt x="9740" y="1310"/>
                    <a:pt x="9824" y="1310"/>
                  </a:cubicBezTo>
                  <a:lnTo>
                    <a:pt x="9835" y="1310"/>
                  </a:lnTo>
                  <a:cubicBezTo>
                    <a:pt x="9907" y="1310"/>
                    <a:pt x="9966" y="1369"/>
                    <a:pt x="9966" y="1441"/>
                  </a:cubicBezTo>
                  <a:lnTo>
                    <a:pt x="9966" y="2298"/>
                  </a:lnTo>
                  <a:cubicBezTo>
                    <a:pt x="9978" y="2750"/>
                    <a:pt x="9883" y="3489"/>
                    <a:pt x="9657" y="3620"/>
                  </a:cubicBezTo>
                  <a:cubicBezTo>
                    <a:pt x="9609" y="3643"/>
                    <a:pt x="9585" y="3703"/>
                    <a:pt x="9585" y="3762"/>
                  </a:cubicBezTo>
                  <a:lnTo>
                    <a:pt x="9585" y="4358"/>
                  </a:lnTo>
                  <a:lnTo>
                    <a:pt x="7990" y="4358"/>
                  </a:lnTo>
                  <a:lnTo>
                    <a:pt x="7990" y="3965"/>
                  </a:lnTo>
                  <a:cubicBezTo>
                    <a:pt x="7990" y="3905"/>
                    <a:pt x="7954" y="3858"/>
                    <a:pt x="7930" y="3822"/>
                  </a:cubicBezTo>
                  <a:cubicBezTo>
                    <a:pt x="7466" y="3465"/>
                    <a:pt x="7419" y="3274"/>
                    <a:pt x="7383" y="3036"/>
                  </a:cubicBezTo>
                  <a:cubicBezTo>
                    <a:pt x="7347" y="2858"/>
                    <a:pt x="7299" y="2655"/>
                    <a:pt x="7109" y="2369"/>
                  </a:cubicBezTo>
                  <a:cubicBezTo>
                    <a:pt x="6918" y="2096"/>
                    <a:pt x="6930" y="1941"/>
                    <a:pt x="6966" y="1893"/>
                  </a:cubicBezTo>
                  <a:cubicBezTo>
                    <a:pt x="7026" y="1845"/>
                    <a:pt x="7085" y="1845"/>
                    <a:pt x="7109" y="1845"/>
                  </a:cubicBezTo>
                  <a:cubicBezTo>
                    <a:pt x="7288" y="1893"/>
                    <a:pt x="7502" y="2179"/>
                    <a:pt x="7585" y="2357"/>
                  </a:cubicBezTo>
                  <a:cubicBezTo>
                    <a:pt x="7603" y="2418"/>
                    <a:pt x="7658" y="2460"/>
                    <a:pt x="7718" y="2460"/>
                  </a:cubicBezTo>
                  <a:cubicBezTo>
                    <a:pt x="7741" y="2460"/>
                    <a:pt x="7765" y="2454"/>
                    <a:pt x="7788" y="2441"/>
                  </a:cubicBezTo>
                  <a:cubicBezTo>
                    <a:pt x="7847" y="2417"/>
                    <a:pt x="7871" y="2357"/>
                    <a:pt x="7871" y="2286"/>
                  </a:cubicBezTo>
                  <a:lnTo>
                    <a:pt x="7871" y="2262"/>
                  </a:lnTo>
                  <a:lnTo>
                    <a:pt x="7871" y="1584"/>
                  </a:lnTo>
                  <a:lnTo>
                    <a:pt x="7871" y="750"/>
                  </a:lnTo>
                  <a:lnTo>
                    <a:pt x="7871" y="726"/>
                  </a:lnTo>
                  <a:cubicBezTo>
                    <a:pt x="7871" y="655"/>
                    <a:pt x="7930" y="595"/>
                    <a:pt x="8002" y="595"/>
                  </a:cubicBezTo>
                  <a:lnTo>
                    <a:pt x="8014" y="595"/>
                  </a:lnTo>
                  <a:cubicBezTo>
                    <a:pt x="8097" y="595"/>
                    <a:pt x="8157" y="655"/>
                    <a:pt x="8157" y="726"/>
                  </a:cubicBezTo>
                  <a:lnTo>
                    <a:pt x="8157" y="2143"/>
                  </a:lnTo>
                  <a:cubicBezTo>
                    <a:pt x="8157" y="2238"/>
                    <a:pt x="8228" y="2310"/>
                    <a:pt x="8311" y="2310"/>
                  </a:cubicBezTo>
                  <a:cubicBezTo>
                    <a:pt x="8407" y="2310"/>
                    <a:pt x="8478" y="2238"/>
                    <a:pt x="8478" y="2143"/>
                  </a:cubicBezTo>
                  <a:lnTo>
                    <a:pt x="8478" y="726"/>
                  </a:lnTo>
                  <a:lnTo>
                    <a:pt x="8478" y="452"/>
                  </a:lnTo>
                  <a:cubicBezTo>
                    <a:pt x="8478" y="369"/>
                    <a:pt x="8538" y="310"/>
                    <a:pt x="8609" y="310"/>
                  </a:cubicBezTo>
                  <a:close/>
                  <a:moveTo>
                    <a:pt x="1763" y="2941"/>
                  </a:moveTo>
                  <a:cubicBezTo>
                    <a:pt x="1668" y="3036"/>
                    <a:pt x="1561" y="3179"/>
                    <a:pt x="1537" y="3322"/>
                  </a:cubicBezTo>
                  <a:cubicBezTo>
                    <a:pt x="1501" y="3477"/>
                    <a:pt x="1537" y="3631"/>
                    <a:pt x="1656" y="3750"/>
                  </a:cubicBezTo>
                  <a:cubicBezTo>
                    <a:pt x="1668" y="3774"/>
                    <a:pt x="1763" y="3881"/>
                    <a:pt x="1989" y="3881"/>
                  </a:cubicBezTo>
                  <a:cubicBezTo>
                    <a:pt x="2144" y="3881"/>
                    <a:pt x="2335" y="3834"/>
                    <a:pt x="2573" y="3667"/>
                  </a:cubicBezTo>
                  <a:cubicBezTo>
                    <a:pt x="2632" y="3620"/>
                    <a:pt x="2692" y="3572"/>
                    <a:pt x="2751" y="3560"/>
                  </a:cubicBezTo>
                  <a:lnTo>
                    <a:pt x="2751" y="5048"/>
                  </a:lnTo>
                  <a:lnTo>
                    <a:pt x="656" y="5048"/>
                  </a:lnTo>
                  <a:lnTo>
                    <a:pt x="656" y="2941"/>
                  </a:lnTo>
                  <a:close/>
                  <a:moveTo>
                    <a:pt x="9824" y="4703"/>
                  </a:moveTo>
                  <a:lnTo>
                    <a:pt x="9824" y="5108"/>
                  </a:lnTo>
                  <a:lnTo>
                    <a:pt x="7728" y="5108"/>
                  </a:lnTo>
                  <a:lnTo>
                    <a:pt x="7728" y="4703"/>
                  </a:lnTo>
                  <a:close/>
                  <a:moveTo>
                    <a:pt x="2751" y="5370"/>
                  </a:moveTo>
                  <a:lnTo>
                    <a:pt x="2751" y="5775"/>
                  </a:lnTo>
                  <a:lnTo>
                    <a:pt x="656" y="5775"/>
                  </a:lnTo>
                  <a:lnTo>
                    <a:pt x="656" y="5370"/>
                  </a:lnTo>
                  <a:close/>
                  <a:moveTo>
                    <a:pt x="4359" y="2858"/>
                  </a:moveTo>
                  <a:lnTo>
                    <a:pt x="4359" y="2917"/>
                  </a:lnTo>
                  <a:cubicBezTo>
                    <a:pt x="4359" y="3012"/>
                    <a:pt x="4430" y="3084"/>
                    <a:pt x="4525" y="3084"/>
                  </a:cubicBezTo>
                  <a:lnTo>
                    <a:pt x="7014" y="3084"/>
                  </a:lnTo>
                  <a:lnTo>
                    <a:pt x="7014" y="3096"/>
                  </a:lnTo>
                  <a:cubicBezTo>
                    <a:pt x="7049" y="3369"/>
                    <a:pt x="7109" y="3655"/>
                    <a:pt x="7621" y="4048"/>
                  </a:cubicBezTo>
                  <a:lnTo>
                    <a:pt x="7621" y="4370"/>
                  </a:lnTo>
                  <a:lnTo>
                    <a:pt x="7561" y="4370"/>
                  </a:lnTo>
                  <a:cubicBezTo>
                    <a:pt x="7466" y="4370"/>
                    <a:pt x="7395" y="4441"/>
                    <a:pt x="7395" y="4524"/>
                  </a:cubicBezTo>
                  <a:lnTo>
                    <a:pt x="7395" y="7013"/>
                  </a:lnTo>
                  <a:lnTo>
                    <a:pt x="7383" y="7013"/>
                  </a:lnTo>
                  <a:cubicBezTo>
                    <a:pt x="7109" y="7060"/>
                    <a:pt x="6823" y="7120"/>
                    <a:pt x="6430" y="7620"/>
                  </a:cubicBezTo>
                  <a:lnTo>
                    <a:pt x="6121" y="7620"/>
                  </a:lnTo>
                  <a:lnTo>
                    <a:pt x="6121" y="7560"/>
                  </a:lnTo>
                  <a:cubicBezTo>
                    <a:pt x="6121" y="7477"/>
                    <a:pt x="6037" y="7406"/>
                    <a:pt x="5954" y="7406"/>
                  </a:cubicBezTo>
                  <a:lnTo>
                    <a:pt x="3466" y="7406"/>
                  </a:lnTo>
                  <a:lnTo>
                    <a:pt x="3466" y="7382"/>
                  </a:lnTo>
                  <a:cubicBezTo>
                    <a:pt x="3418" y="7120"/>
                    <a:pt x="3358" y="6834"/>
                    <a:pt x="2858" y="6429"/>
                  </a:cubicBezTo>
                  <a:lnTo>
                    <a:pt x="2858" y="6120"/>
                  </a:lnTo>
                  <a:lnTo>
                    <a:pt x="2918" y="6120"/>
                  </a:lnTo>
                  <a:cubicBezTo>
                    <a:pt x="3001" y="6120"/>
                    <a:pt x="3085" y="6048"/>
                    <a:pt x="3085" y="5953"/>
                  </a:cubicBezTo>
                  <a:lnTo>
                    <a:pt x="3085" y="3477"/>
                  </a:lnTo>
                  <a:lnTo>
                    <a:pt x="3097" y="3477"/>
                  </a:lnTo>
                  <a:cubicBezTo>
                    <a:pt x="3358" y="3429"/>
                    <a:pt x="3644" y="3369"/>
                    <a:pt x="4049" y="2858"/>
                  </a:cubicBezTo>
                  <a:close/>
                  <a:moveTo>
                    <a:pt x="5787" y="7727"/>
                  </a:moveTo>
                  <a:lnTo>
                    <a:pt x="5787" y="9823"/>
                  </a:lnTo>
                  <a:lnTo>
                    <a:pt x="5383" y="9823"/>
                  </a:lnTo>
                  <a:lnTo>
                    <a:pt x="5383" y="7727"/>
                  </a:lnTo>
                  <a:close/>
                  <a:moveTo>
                    <a:pt x="8490" y="6933"/>
                  </a:moveTo>
                  <a:cubicBezTo>
                    <a:pt x="8530" y="6933"/>
                    <a:pt x="8558" y="6942"/>
                    <a:pt x="8573" y="6953"/>
                  </a:cubicBezTo>
                  <a:cubicBezTo>
                    <a:pt x="8621" y="7013"/>
                    <a:pt x="8621" y="7072"/>
                    <a:pt x="8621" y="7108"/>
                  </a:cubicBezTo>
                  <a:cubicBezTo>
                    <a:pt x="8573" y="7287"/>
                    <a:pt x="8288" y="7489"/>
                    <a:pt x="8109" y="7584"/>
                  </a:cubicBezTo>
                  <a:cubicBezTo>
                    <a:pt x="8026" y="7620"/>
                    <a:pt x="7990" y="7727"/>
                    <a:pt x="8038" y="7799"/>
                  </a:cubicBezTo>
                  <a:cubicBezTo>
                    <a:pt x="8061" y="7858"/>
                    <a:pt x="8121" y="7894"/>
                    <a:pt x="8204" y="7894"/>
                  </a:cubicBezTo>
                  <a:lnTo>
                    <a:pt x="9740" y="7894"/>
                  </a:lnTo>
                  <a:cubicBezTo>
                    <a:pt x="9824" y="7894"/>
                    <a:pt x="9883" y="7953"/>
                    <a:pt x="9883" y="8025"/>
                  </a:cubicBezTo>
                  <a:lnTo>
                    <a:pt x="9883" y="8037"/>
                  </a:lnTo>
                  <a:cubicBezTo>
                    <a:pt x="9883" y="8120"/>
                    <a:pt x="9824" y="8180"/>
                    <a:pt x="9740" y="8180"/>
                  </a:cubicBezTo>
                  <a:lnTo>
                    <a:pt x="8335" y="8180"/>
                  </a:lnTo>
                  <a:cubicBezTo>
                    <a:pt x="8240" y="8180"/>
                    <a:pt x="8169" y="8251"/>
                    <a:pt x="8169" y="8334"/>
                  </a:cubicBezTo>
                  <a:cubicBezTo>
                    <a:pt x="8169" y="8430"/>
                    <a:pt x="8240" y="8501"/>
                    <a:pt x="8335" y="8501"/>
                  </a:cubicBezTo>
                  <a:lnTo>
                    <a:pt x="10026" y="8501"/>
                  </a:lnTo>
                  <a:cubicBezTo>
                    <a:pt x="10034" y="8500"/>
                    <a:pt x="10043" y="8499"/>
                    <a:pt x="10051" y="8499"/>
                  </a:cubicBezTo>
                  <a:cubicBezTo>
                    <a:pt x="10121" y="8499"/>
                    <a:pt x="10169" y="8545"/>
                    <a:pt x="10169" y="8620"/>
                  </a:cubicBezTo>
                  <a:cubicBezTo>
                    <a:pt x="10169" y="8692"/>
                    <a:pt x="10097" y="8751"/>
                    <a:pt x="10026" y="8751"/>
                  </a:cubicBezTo>
                  <a:lnTo>
                    <a:pt x="8311" y="8751"/>
                  </a:lnTo>
                  <a:cubicBezTo>
                    <a:pt x="8228" y="8751"/>
                    <a:pt x="8157" y="8834"/>
                    <a:pt x="8157" y="8918"/>
                  </a:cubicBezTo>
                  <a:cubicBezTo>
                    <a:pt x="8157" y="9013"/>
                    <a:pt x="8228" y="9084"/>
                    <a:pt x="8311" y="9084"/>
                  </a:cubicBezTo>
                  <a:lnTo>
                    <a:pt x="9776" y="9084"/>
                  </a:lnTo>
                  <a:cubicBezTo>
                    <a:pt x="9835" y="9096"/>
                    <a:pt x="9883" y="9144"/>
                    <a:pt x="9883" y="9204"/>
                  </a:cubicBezTo>
                  <a:lnTo>
                    <a:pt x="9883" y="9215"/>
                  </a:lnTo>
                  <a:cubicBezTo>
                    <a:pt x="9883" y="9287"/>
                    <a:pt x="9824" y="9346"/>
                    <a:pt x="9752" y="9346"/>
                  </a:cubicBezTo>
                  <a:lnTo>
                    <a:pt x="8323" y="9346"/>
                  </a:lnTo>
                  <a:cubicBezTo>
                    <a:pt x="8228" y="9346"/>
                    <a:pt x="8157" y="9430"/>
                    <a:pt x="8157" y="9513"/>
                  </a:cubicBezTo>
                  <a:cubicBezTo>
                    <a:pt x="8157" y="9608"/>
                    <a:pt x="8228" y="9680"/>
                    <a:pt x="8323" y="9680"/>
                  </a:cubicBezTo>
                  <a:lnTo>
                    <a:pt x="9038" y="9680"/>
                  </a:lnTo>
                  <a:cubicBezTo>
                    <a:pt x="9109" y="9680"/>
                    <a:pt x="9169" y="9739"/>
                    <a:pt x="9169" y="9811"/>
                  </a:cubicBezTo>
                  <a:lnTo>
                    <a:pt x="9169" y="9823"/>
                  </a:lnTo>
                  <a:cubicBezTo>
                    <a:pt x="9169" y="9906"/>
                    <a:pt x="9109" y="9966"/>
                    <a:pt x="9038" y="9966"/>
                  </a:cubicBezTo>
                  <a:lnTo>
                    <a:pt x="8181" y="9966"/>
                  </a:lnTo>
                  <a:cubicBezTo>
                    <a:pt x="8151" y="9967"/>
                    <a:pt x="8120" y="9967"/>
                    <a:pt x="8088" y="9967"/>
                  </a:cubicBezTo>
                  <a:cubicBezTo>
                    <a:pt x="7740" y="9967"/>
                    <a:pt x="7288" y="9907"/>
                    <a:pt x="7026" y="9787"/>
                  </a:cubicBezTo>
                  <a:lnTo>
                    <a:pt x="7014" y="9763"/>
                  </a:lnTo>
                  <a:cubicBezTo>
                    <a:pt x="6978" y="9727"/>
                    <a:pt x="6930" y="9704"/>
                    <a:pt x="6895" y="9704"/>
                  </a:cubicBezTo>
                  <a:cubicBezTo>
                    <a:pt x="6871" y="9692"/>
                    <a:pt x="6859" y="9680"/>
                    <a:pt x="6847" y="9644"/>
                  </a:cubicBezTo>
                  <a:cubicBezTo>
                    <a:pt x="6811" y="9608"/>
                    <a:pt x="6752" y="9573"/>
                    <a:pt x="6692" y="9573"/>
                  </a:cubicBezTo>
                  <a:lnTo>
                    <a:pt x="6097" y="9573"/>
                  </a:lnTo>
                  <a:lnTo>
                    <a:pt x="6097" y="7977"/>
                  </a:lnTo>
                  <a:lnTo>
                    <a:pt x="6502" y="7977"/>
                  </a:lnTo>
                  <a:cubicBezTo>
                    <a:pt x="6561" y="7977"/>
                    <a:pt x="6609" y="7953"/>
                    <a:pt x="6633" y="7918"/>
                  </a:cubicBezTo>
                  <a:cubicBezTo>
                    <a:pt x="6990" y="7453"/>
                    <a:pt x="7192" y="7418"/>
                    <a:pt x="7430" y="7370"/>
                  </a:cubicBezTo>
                  <a:cubicBezTo>
                    <a:pt x="7609" y="7334"/>
                    <a:pt x="7811" y="7299"/>
                    <a:pt x="8097" y="7108"/>
                  </a:cubicBezTo>
                  <a:cubicBezTo>
                    <a:pt x="8274" y="6972"/>
                    <a:pt x="8407" y="6933"/>
                    <a:pt x="8490" y="6933"/>
                  </a:cubicBezTo>
                  <a:close/>
                  <a:moveTo>
                    <a:pt x="2501" y="6132"/>
                  </a:moveTo>
                  <a:lnTo>
                    <a:pt x="2501" y="6537"/>
                  </a:lnTo>
                  <a:cubicBezTo>
                    <a:pt x="2501" y="6596"/>
                    <a:pt x="2525" y="6644"/>
                    <a:pt x="2561" y="6668"/>
                  </a:cubicBezTo>
                  <a:cubicBezTo>
                    <a:pt x="3025" y="7025"/>
                    <a:pt x="3061" y="7227"/>
                    <a:pt x="3108" y="7465"/>
                  </a:cubicBezTo>
                  <a:cubicBezTo>
                    <a:pt x="3120" y="7501"/>
                    <a:pt x="3120" y="7560"/>
                    <a:pt x="3144" y="7608"/>
                  </a:cubicBezTo>
                  <a:cubicBezTo>
                    <a:pt x="3168" y="7763"/>
                    <a:pt x="3228" y="7918"/>
                    <a:pt x="3382" y="8120"/>
                  </a:cubicBezTo>
                  <a:cubicBezTo>
                    <a:pt x="3597" y="8382"/>
                    <a:pt x="3585" y="8537"/>
                    <a:pt x="3561" y="8596"/>
                  </a:cubicBezTo>
                  <a:cubicBezTo>
                    <a:pt x="3501" y="8632"/>
                    <a:pt x="3442" y="8632"/>
                    <a:pt x="3406" y="8632"/>
                  </a:cubicBezTo>
                  <a:cubicBezTo>
                    <a:pt x="3228" y="8596"/>
                    <a:pt x="3025" y="8311"/>
                    <a:pt x="2930" y="8132"/>
                  </a:cubicBezTo>
                  <a:cubicBezTo>
                    <a:pt x="2896" y="8064"/>
                    <a:pt x="2838" y="8033"/>
                    <a:pt x="2778" y="8033"/>
                  </a:cubicBezTo>
                  <a:cubicBezTo>
                    <a:pt x="2753" y="8033"/>
                    <a:pt x="2728" y="8038"/>
                    <a:pt x="2704" y="8049"/>
                  </a:cubicBezTo>
                  <a:cubicBezTo>
                    <a:pt x="2644" y="8084"/>
                    <a:pt x="2620" y="8144"/>
                    <a:pt x="2620" y="8215"/>
                  </a:cubicBezTo>
                  <a:lnTo>
                    <a:pt x="2620" y="8239"/>
                  </a:lnTo>
                  <a:lnTo>
                    <a:pt x="2620" y="8918"/>
                  </a:lnTo>
                  <a:lnTo>
                    <a:pt x="2620" y="9751"/>
                  </a:lnTo>
                  <a:lnTo>
                    <a:pt x="2620" y="9763"/>
                  </a:lnTo>
                  <a:cubicBezTo>
                    <a:pt x="2620" y="9846"/>
                    <a:pt x="2561" y="9906"/>
                    <a:pt x="2489" y="9906"/>
                  </a:cubicBezTo>
                  <a:lnTo>
                    <a:pt x="2466" y="9906"/>
                  </a:lnTo>
                  <a:cubicBezTo>
                    <a:pt x="2394" y="9906"/>
                    <a:pt x="2335" y="9846"/>
                    <a:pt x="2335" y="9763"/>
                  </a:cubicBezTo>
                  <a:lnTo>
                    <a:pt x="2335" y="8358"/>
                  </a:lnTo>
                  <a:cubicBezTo>
                    <a:pt x="2335" y="8263"/>
                    <a:pt x="2263" y="8191"/>
                    <a:pt x="2168" y="8191"/>
                  </a:cubicBezTo>
                  <a:cubicBezTo>
                    <a:pt x="2085" y="8191"/>
                    <a:pt x="2013" y="8263"/>
                    <a:pt x="2013" y="8358"/>
                  </a:cubicBezTo>
                  <a:lnTo>
                    <a:pt x="2013" y="9763"/>
                  </a:lnTo>
                  <a:lnTo>
                    <a:pt x="2013" y="10049"/>
                  </a:lnTo>
                  <a:cubicBezTo>
                    <a:pt x="2013" y="10120"/>
                    <a:pt x="1954" y="10180"/>
                    <a:pt x="1870" y="10180"/>
                  </a:cubicBezTo>
                  <a:lnTo>
                    <a:pt x="1858" y="10180"/>
                  </a:lnTo>
                  <a:cubicBezTo>
                    <a:pt x="1787" y="10180"/>
                    <a:pt x="1727" y="10120"/>
                    <a:pt x="1727" y="10049"/>
                  </a:cubicBezTo>
                  <a:lnTo>
                    <a:pt x="1727" y="9811"/>
                  </a:lnTo>
                  <a:lnTo>
                    <a:pt x="1727" y="9763"/>
                  </a:lnTo>
                  <a:lnTo>
                    <a:pt x="1727" y="9394"/>
                  </a:lnTo>
                  <a:lnTo>
                    <a:pt x="1727" y="9370"/>
                  </a:lnTo>
                  <a:lnTo>
                    <a:pt x="1727" y="8334"/>
                  </a:lnTo>
                  <a:cubicBezTo>
                    <a:pt x="1727" y="8251"/>
                    <a:pt x="1656" y="8180"/>
                    <a:pt x="1561" y="8180"/>
                  </a:cubicBezTo>
                  <a:cubicBezTo>
                    <a:pt x="1477" y="8180"/>
                    <a:pt x="1394" y="8251"/>
                    <a:pt x="1394" y="8334"/>
                  </a:cubicBezTo>
                  <a:lnTo>
                    <a:pt x="1394" y="9489"/>
                  </a:lnTo>
                  <a:lnTo>
                    <a:pt x="1394" y="9513"/>
                  </a:lnTo>
                  <a:lnTo>
                    <a:pt x="1394" y="9549"/>
                  </a:lnTo>
                  <a:lnTo>
                    <a:pt x="1394" y="9799"/>
                  </a:lnTo>
                  <a:cubicBezTo>
                    <a:pt x="1382" y="9858"/>
                    <a:pt x="1334" y="9906"/>
                    <a:pt x="1275" y="9906"/>
                  </a:cubicBezTo>
                  <a:lnTo>
                    <a:pt x="1263" y="9906"/>
                  </a:lnTo>
                  <a:cubicBezTo>
                    <a:pt x="1192" y="9906"/>
                    <a:pt x="1132" y="9846"/>
                    <a:pt x="1132" y="9763"/>
                  </a:cubicBezTo>
                  <a:lnTo>
                    <a:pt x="1132" y="9168"/>
                  </a:lnTo>
                  <a:lnTo>
                    <a:pt x="1132" y="9049"/>
                  </a:lnTo>
                  <a:lnTo>
                    <a:pt x="1132" y="8334"/>
                  </a:lnTo>
                  <a:cubicBezTo>
                    <a:pt x="1132" y="8251"/>
                    <a:pt x="1061" y="8180"/>
                    <a:pt x="965" y="8180"/>
                  </a:cubicBezTo>
                  <a:cubicBezTo>
                    <a:pt x="882" y="8180"/>
                    <a:pt x="799" y="8251"/>
                    <a:pt x="799" y="8334"/>
                  </a:cubicBezTo>
                  <a:lnTo>
                    <a:pt x="799" y="9049"/>
                  </a:lnTo>
                  <a:cubicBezTo>
                    <a:pt x="799" y="9132"/>
                    <a:pt x="739" y="9192"/>
                    <a:pt x="668" y="9192"/>
                  </a:cubicBezTo>
                  <a:lnTo>
                    <a:pt x="656" y="9192"/>
                  </a:lnTo>
                  <a:cubicBezTo>
                    <a:pt x="584" y="9192"/>
                    <a:pt x="525" y="9132"/>
                    <a:pt x="525" y="9049"/>
                  </a:cubicBezTo>
                  <a:lnTo>
                    <a:pt x="525" y="8203"/>
                  </a:lnTo>
                  <a:cubicBezTo>
                    <a:pt x="501" y="7739"/>
                    <a:pt x="608" y="7013"/>
                    <a:pt x="834" y="6882"/>
                  </a:cubicBezTo>
                  <a:cubicBezTo>
                    <a:pt x="882" y="6846"/>
                    <a:pt x="906" y="6787"/>
                    <a:pt x="906" y="6727"/>
                  </a:cubicBezTo>
                  <a:lnTo>
                    <a:pt x="906" y="6132"/>
                  </a:lnTo>
                  <a:close/>
                  <a:moveTo>
                    <a:pt x="8621" y="0"/>
                  </a:moveTo>
                  <a:cubicBezTo>
                    <a:pt x="8407" y="0"/>
                    <a:pt x="8240" y="143"/>
                    <a:pt x="8181" y="321"/>
                  </a:cubicBezTo>
                  <a:cubicBezTo>
                    <a:pt x="8145" y="298"/>
                    <a:pt x="8085" y="286"/>
                    <a:pt x="8038" y="286"/>
                  </a:cubicBezTo>
                  <a:lnTo>
                    <a:pt x="8026" y="286"/>
                  </a:lnTo>
                  <a:cubicBezTo>
                    <a:pt x="7942" y="286"/>
                    <a:pt x="7859" y="298"/>
                    <a:pt x="7800" y="345"/>
                  </a:cubicBezTo>
                  <a:lnTo>
                    <a:pt x="4549" y="345"/>
                  </a:lnTo>
                  <a:cubicBezTo>
                    <a:pt x="4466" y="345"/>
                    <a:pt x="4394" y="417"/>
                    <a:pt x="4394" y="512"/>
                  </a:cubicBezTo>
                  <a:lnTo>
                    <a:pt x="4394" y="619"/>
                  </a:lnTo>
                  <a:lnTo>
                    <a:pt x="3870" y="619"/>
                  </a:lnTo>
                  <a:cubicBezTo>
                    <a:pt x="3704" y="441"/>
                    <a:pt x="3418" y="321"/>
                    <a:pt x="2977" y="262"/>
                  </a:cubicBezTo>
                  <a:cubicBezTo>
                    <a:pt x="2632" y="214"/>
                    <a:pt x="2335" y="214"/>
                    <a:pt x="2311" y="214"/>
                  </a:cubicBezTo>
                  <a:lnTo>
                    <a:pt x="1453" y="214"/>
                  </a:lnTo>
                  <a:cubicBezTo>
                    <a:pt x="1203" y="214"/>
                    <a:pt x="1001" y="417"/>
                    <a:pt x="1001" y="679"/>
                  </a:cubicBezTo>
                  <a:lnTo>
                    <a:pt x="1001" y="691"/>
                  </a:lnTo>
                  <a:cubicBezTo>
                    <a:pt x="1001" y="738"/>
                    <a:pt x="1001" y="774"/>
                    <a:pt x="1013" y="822"/>
                  </a:cubicBezTo>
                  <a:lnTo>
                    <a:pt x="739" y="822"/>
                  </a:lnTo>
                  <a:cubicBezTo>
                    <a:pt x="489" y="822"/>
                    <a:pt x="287" y="1036"/>
                    <a:pt x="287" y="1286"/>
                  </a:cubicBezTo>
                  <a:lnTo>
                    <a:pt x="287" y="1298"/>
                  </a:lnTo>
                  <a:cubicBezTo>
                    <a:pt x="287" y="1357"/>
                    <a:pt x="299" y="1405"/>
                    <a:pt x="310" y="1453"/>
                  </a:cubicBezTo>
                  <a:cubicBezTo>
                    <a:pt x="132" y="1512"/>
                    <a:pt x="1" y="1691"/>
                    <a:pt x="1" y="1881"/>
                  </a:cubicBezTo>
                  <a:lnTo>
                    <a:pt x="1" y="1893"/>
                  </a:lnTo>
                  <a:cubicBezTo>
                    <a:pt x="1" y="2107"/>
                    <a:pt x="132" y="2262"/>
                    <a:pt x="310" y="2322"/>
                  </a:cubicBezTo>
                  <a:cubicBezTo>
                    <a:pt x="299" y="2369"/>
                    <a:pt x="287" y="2429"/>
                    <a:pt x="287" y="2477"/>
                  </a:cubicBezTo>
                  <a:lnTo>
                    <a:pt x="287" y="2488"/>
                  </a:lnTo>
                  <a:cubicBezTo>
                    <a:pt x="287" y="2560"/>
                    <a:pt x="299" y="2655"/>
                    <a:pt x="346" y="2715"/>
                  </a:cubicBezTo>
                  <a:lnTo>
                    <a:pt x="346" y="5953"/>
                  </a:lnTo>
                  <a:cubicBezTo>
                    <a:pt x="346" y="6048"/>
                    <a:pt x="418" y="6120"/>
                    <a:pt x="501" y="6120"/>
                  </a:cubicBezTo>
                  <a:lnTo>
                    <a:pt x="608" y="6120"/>
                  </a:lnTo>
                  <a:lnTo>
                    <a:pt x="608" y="6644"/>
                  </a:lnTo>
                  <a:cubicBezTo>
                    <a:pt x="430" y="6810"/>
                    <a:pt x="310" y="7084"/>
                    <a:pt x="251" y="7537"/>
                  </a:cubicBezTo>
                  <a:cubicBezTo>
                    <a:pt x="203" y="7882"/>
                    <a:pt x="203" y="8180"/>
                    <a:pt x="203" y="8203"/>
                  </a:cubicBezTo>
                  <a:lnTo>
                    <a:pt x="203" y="9049"/>
                  </a:lnTo>
                  <a:cubicBezTo>
                    <a:pt x="203" y="9311"/>
                    <a:pt x="418" y="9513"/>
                    <a:pt x="668" y="9513"/>
                  </a:cubicBezTo>
                  <a:lnTo>
                    <a:pt x="680" y="9513"/>
                  </a:lnTo>
                  <a:cubicBezTo>
                    <a:pt x="727" y="9513"/>
                    <a:pt x="775" y="9513"/>
                    <a:pt x="822" y="9501"/>
                  </a:cubicBezTo>
                  <a:lnTo>
                    <a:pt x="822" y="9763"/>
                  </a:lnTo>
                  <a:cubicBezTo>
                    <a:pt x="822" y="10025"/>
                    <a:pt x="1025" y="10227"/>
                    <a:pt x="1275" y="10227"/>
                  </a:cubicBezTo>
                  <a:lnTo>
                    <a:pt x="1299" y="10227"/>
                  </a:lnTo>
                  <a:cubicBezTo>
                    <a:pt x="1358" y="10227"/>
                    <a:pt x="1394" y="10216"/>
                    <a:pt x="1442" y="10204"/>
                  </a:cubicBezTo>
                  <a:cubicBezTo>
                    <a:pt x="1501" y="10382"/>
                    <a:pt x="1680" y="10513"/>
                    <a:pt x="1870" y="10513"/>
                  </a:cubicBezTo>
                  <a:lnTo>
                    <a:pt x="1894" y="10513"/>
                  </a:lnTo>
                  <a:cubicBezTo>
                    <a:pt x="2096" y="10513"/>
                    <a:pt x="2263" y="10382"/>
                    <a:pt x="2323" y="10204"/>
                  </a:cubicBezTo>
                  <a:cubicBezTo>
                    <a:pt x="2370" y="10216"/>
                    <a:pt x="2430" y="10227"/>
                    <a:pt x="2466" y="10227"/>
                  </a:cubicBezTo>
                  <a:lnTo>
                    <a:pt x="2489" y="10227"/>
                  </a:lnTo>
                  <a:cubicBezTo>
                    <a:pt x="2561" y="10227"/>
                    <a:pt x="2644" y="10216"/>
                    <a:pt x="2704" y="10168"/>
                  </a:cubicBezTo>
                  <a:lnTo>
                    <a:pt x="3323" y="10168"/>
                  </a:lnTo>
                  <a:cubicBezTo>
                    <a:pt x="3406" y="10168"/>
                    <a:pt x="3478" y="10096"/>
                    <a:pt x="3478" y="10001"/>
                  </a:cubicBezTo>
                  <a:cubicBezTo>
                    <a:pt x="3478" y="9918"/>
                    <a:pt x="3406" y="9846"/>
                    <a:pt x="3323" y="9846"/>
                  </a:cubicBezTo>
                  <a:lnTo>
                    <a:pt x="2942" y="9846"/>
                  </a:lnTo>
                  <a:lnTo>
                    <a:pt x="2942" y="9763"/>
                  </a:lnTo>
                  <a:lnTo>
                    <a:pt x="2942" y="9751"/>
                  </a:lnTo>
                  <a:lnTo>
                    <a:pt x="2942" y="8918"/>
                  </a:lnTo>
                  <a:lnTo>
                    <a:pt x="2942" y="8727"/>
                  </a:lnTo>
                  <a:cubicBezTo>
                    <a:pt x="3049" y="8834"/>
                    <a:pt x="3180" y="8930"/>
                    <a:pt x="3335" y="8965"/>
                  </a:cubicBezTo>
                  <a:cubicBezTo>
                    <a:pt x="3358" y="8977"/>
                    <a:pt x="3406" y="8977"/>
                    <a:pt x="3442" y="8977"/>
                  </a:cubicBezTo>
                  <a:cubicBezTo>
                    <a:pt x="3561" y="8977"/>
                    <a:pt x="3656" y="8930"/>
                    <a:pt x="3763" y="8858"/>
                  </a:cubicBezTo>
                  <a:cubicBezTo>
                    <a:pt x="3775" y="8846"/>
                    <a:pt x="4120" y="8549"/>
                    <a:pt x="3680" y="7941"/>
                  </a:cubicBezTo>
                  <a:cubicBezTo>
                    <a:pt x="3632" y="7882"/>
                    <a:pt x="3585" y="7822"/>
                    <a:pt x="3573" y="7763"/>
                  </a:cubicBezTo>
                  <a:lnTo>
                    <a:pt x="5061" y="7763"/>
                  </a:lnTo>
                  <a:lnTo>
                    <a:pt x="5061" y="9858"/>
                  </a:lnTo>
                  <a:lnTo>
                    <a:pt x="3835" y="9858"/>
                  </a:lnTo>
                  <a:cubicBezTo>
                    <a:pt x="3751" y="9858"/>
                    <a:pt x="3680" y="9930"/>
                    <a:pt x="3680" y="10025"/>
                  </a:cubicBezTo>
                  <a:cubicBezTo>
                    <a:pt x="3680" y="10108"/>
                    <a:pt x="3751" y="10180"/>
                    <a:pt x="3835" y="10180"/>
                  </a:cubicBezTo>
                  <a:lnTo>
                    <a:pt x="5966" y="10180"/>
                  </a:lnTo>
                  <a:cubicBezTo>
                    <a:pt x="6061" y="10180"/>
                    <a:pt x="6133" y="10108"/>
                    <a:pt x="6133" y="10025"/>
                  </a:cubicBezTo>
                  <a:lnTo>
                    <a:pt x="6133" y="9918"/>
                  </a:lnTo>
                  <a:lnTo>
                    <a:pt x="6657" y="9918"/>
                  </a:lnTo>
                  <a:cubicBezTo>
                    <a:pt x="6811" y="10096"/>
                    <a:pt x="7097" y="10216"/>
                    <a:pt x="7549" y="10275"/>
                  </a:cubicBezTo>
                  <a:cubicBezTo>
                    <a:pt x="7811" y="10323"/>
                    <a:pt x="8061" y="10323"/>
                    <a:pt x="8169" y="10323"/>
                  </a:cubicBezTo>
                  <a:lnTo>
                    <a:pt x="9062" y="10323"/>
                  </a:lnTo>
                  <a:cubicBezTo>
                    <a:pt x="9312" y="10323"/>
                    <a:pt x="9526" y="10108"/>
                    <a:pt x="9526" y="9858"/>
                  </a:cubicBezTo>
                  <a:lnTo>
                    <a:pt x="9526" y="9846"/>
                  </a:lnTo>
                  <a:cubicBezTo>
                    <a:pt x="9526" y="9799"/>
                    <a:pt x="9526" y="9751"/>
                    <a:pt x="9514" y="9704"/>
                  </a:cubicBezTo>
                  <a:lnTo>
                    <a:pt x="9776" y="9704"/>
                  </a:lnTo>
                  <a:cubicBezTo>
                    <a:pt x="10026" y="9704"/>
                    <a:pt x="10240" y="9501"/>
                    <a:pt x="10240" y="9251"/>
                  </a:cubicBezTo>
                  <a:lnTo>
                    <a:pt x="10240" y="9227"/>
                  </a:lnTo>
                  <a:cubicBezTo>
                    <a:pt x="10240" y="9168"/>
                    <a:pt x="10228" y="9132"/>
                    <a:pt x="10205" y="9084"/>
                  </a:cubicBezTo>
                  <a:cubicBezTo>
                    <a:pt x="10383" y="9025"/>
                    <a:pt x="10514" y="8846"/>
                    <a:pt x="10514" y="8656"/>
                  </a:cubicBezTo>
                  <a:lnTo>
                    <a:pt x="10514" y="8632"/>
                  </a:lnTo>
                  <a:cubicBezTo>
                    <a:pt x="10502" y="8418"/>
                    <a:pt x="10371" y="8239"/>
                    <a:pt x="10193" y="8180"/>
                  </a:cubicBezTo>
                  <a:cubicBezTo>
                    <a:pt x="10205" y="8132"/>
                    <a:pt x="10228" y="8072"/>
                    <a:pt x="10228" y="8025"/>
                  </a:cubicBezTo>
                  <a:lnTo>
                    <a:pt x="10228" y="8013"/>
                  </a:lnTo>
                  <a:cubicBezTo>
                    <a:pt x="10228" y="7941"/>
                    <a:pt x="10205" y="7846"/>
                    <a:pt x="10169" y="7787"/>
                  </a:cubicBezTo>
                  <a:lnTo>
                    <a:pt x="10169" y="6263"/>
                  </a:lnTo>
                  <a:cubicBezTo>
                    <a:pt x="10169" y="6179"/>
                    <a:pt x="10086" y="6108"/>
                    <a:pt x="10002" y="6108"/>
                  </a:cubicBezTo>
                  <a:cubicBezTo>
                    <a:pt x="9907" y="6108"/>
                    <a:pt x="9835" y="6179"/>
                    <a:pt x="9835" y="6263"/>
                  </a:cubicBezTo>
                  <a:lnTo>
                    <a:pt x="9835" y="7560"/>
                  </a:lnTo>
                  <a:lnTo>
                    <a:pt x="8716" y="7560"/>
                  </a:lnTo>
                  <a:cubicBezTo>
                    <a:pt x="8823" y="7453"/>
                    <a:pt x="8931" y="7322"/>
                    <a:pt x="8954" y="7179"/>
                  </a:cubicBezTo>
                  <a:cubicBezTo>
                    <a:pt x="8990" y="7025"/>
                    <a:pt x="8954" y="6858"/>
                    <a:pt x="8835" y="6751"/>
                  </a:cubicBezTo>
                  <a:cubicBezTo>
                    <a:pt x="8828" y="6736"/>
                    <a:pt x="8715" y="6608"/>
                    <a:pt x="8492" y="6608"/>
                  </a:cubicBezTo>
                  <a:cubicBezTo>
                    <a:pt x="8347" y="6608"/>
                    <a:pt x="8157" y="6661"/>
                    <a:pt x="7919" y="6834"/>
                  </a:cubicBezTo>
                  <a:cubicBezTo>
                    <a:pt x="7859" y="6882"/>
                    <a:pt x="7800" y="6929"/>
                    <a:pt x="7740" y="6941"/>
                  </a:cubicBezTo>
                  <a:lnTo>
                    <a:pt x="7740" y="5453"/>
                  </a:lnTo>
                  <a:lnTo>
                    <a:pt x="9835" y="5453"/>
                  </a:lnTo>
                  <a:lnTo>
                    <a:pt x="9835" y="5703"/>
                  </a:lnTo>
                  <a:cubicBezTo>
                    <a:pt x="9835" y="5798"/>
                    <a:pt x="9907" y="5870"/>
                    <a:pt x="10002" y="5870"/>
                  </a:cubicBezTo>
                  <a:cubicBezTo>
                    <a:pt x="10086" y="5870"/>
                    <a:pt x="10169" y="5798"/>
                    <a:pt x="10169" y="5703"/>
                  </a:cubicBezTo>
                  <a:lnTo>
                    <a:pt x="10169" y="4560"/>
                  </a:lnTo>
                  <a:cubicBezTo>
                    <a:pt x="10169" y="4465"/>
                    <a:pt x="10086" y="4393"/>
                    <a:pt x="10002" y="4393"/>
                  </a:cubicBezTo>
                  <a:lnTo>
                    <a:pt x="9895" y="4393"/>
                  </a:lnTo>
                  <a:lnTo>
                    <a:pt x="9895" y="3870"/>
                  </a:lnTo>
                  <a:cubicBezTo>
                    <a:pt x="10074" y="3715"/>
                    <a:pt x="10193" y="3429"/>
                    <a:pt x="10252" y="2977"/>
                  </a:cubicBezTo>
                  <a:cubicBezTo>
                    <a:pt x="10300" y="2643"/>
                    <a:pt x="10300" y="2346"/>
                    <a:pt x="10300" y="2310"/>
                  </a:cubicBezTo>
                  <a:lnTo>
                    <a:pt x="10300" y="1464"/>
                  </a:lnTo>
                  <a:cubicBezTo>
                    <a:pt x="10300" y="1203"/>
                    <a:pt x="10086" y="1000"/>
                    <a:pt x="9835" y="1000"/>
                  </a:cubicBezTo>
                  <a:lnTo>
                    <a:pt x="9824" y="1000"/>
                  </a:lnTo>
                  <a:cubicBezTo>
                    <a:pt x="9776" y="1000"/>
                    <a:pt x="9728" y="1000"/>
                    <a:pt x="9693" y="1012"/>
                  </a:cubicBezTo>
                  <a:lnTo>
                    <a:pt x="9693" y="750"/>
                  </a:lnTo>
                  <a:cubicBezTo>
                    <a:pt x="9693" y="500"/>
                    <a:pt x="9478" y="286"/>
                    <a:pt x="9228" y="286"/>
                  </a:cubicBezTo>
                  <a:lnTo>
                    <a:pt x="9216" y="286"/>
                  </a:lnTo>
                  <a:cubicBezTo>
                    <a:pt x="9157" y="286"/>
                    <a:pt x="9109" y="298"/>
                    <a:pt x="9062" y="321"/>
                  </a:cubicBezTo>
                  <a:cubicBezTo>
                    <a:pt x="9002" y="143"/>
                    <a:pt x="8823" y="0"/>
                    <a:pt x="8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8116024" y="3221804"/>
              <a:ext cx="14036" cy="10280"/>
            </a:xfrm>
            <a:custGeom>
              <a:avLst/>
              <a:gdLst/>
              <a:ahLst/>
              <a:cxnLst/>
              <a:rect l="l" t="t" r="r" b="b"/>
              <a:pathLst>
                <a:path w="441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lnTo>
                    <a:pt x="274" y="322"/>
                  </a:lnTo>
                  <a:cubicBezTo>
                    <a:pt x="369" y="322"/>
                    <a:pt x="441" y="251"/>
                    <a:pt x="441" y="167"/>
                  </a:cubicBezTo>
                  <a:cubicBezTo>
                    <a:pt x="441" y="72"/>
                    <a:pt x="369" y="1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8097818" y="3221804"/>
              <a:ext cx="14068" cy="10280"/>
            </a:xfrm>
            <a:custGeom>
              <a:avLst/>
              <a:gdLst/>
              <a:ahLst/>
              <a:cxnLst/>
              <a:rect l="l" t="t" r="r" b="b"/>
              <a:pathLst>
                <a:path w="442" h="323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8" y="322"/>
                  </a:cubicBezTo>
                  <a:lnTo>
                    <a:pt x="287" y="322"/>
                  </a:lnTo>
                  <a:cubicBezTo>
                    <a:pt x="370" y="322"/>
                    <a:pt x="441" y="251"/>
                    <a:pt x="441" y="167"/>
                  </a:cubicBezTo>
                  <a:cubicBezTo>
                    <a:pt x="441" y="72"/>
                    <a:pt x="370" y="1"/>
                    <a:pt x="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8156190" y="2951621"/>
              <a:ext cx="14036" cy="10630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lnTo>
                    <a:pt x="286" y="334"/>
                  </a:lnTo>
                  <a:cubicBezTo>
                    <a:pt x="369" y="334"/>
                    <a:pt x="441" y="262"/>
                    <a:pt x="441" y="167"/>
                  </a:cubicBezTo>
                  <a:cubicBezTo>
                    <a:pt x="441" y="72"/>
                    <a:pt x="369" y="0"/>
                    <a:pt x="2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8173982" y="2952385"/>
              <a:ext cx="14450" cy="10248"/>
            </a:xfrm>
            <a:custGeom>
              <a:avLst/>
              <a:gdLst/>
              <a:ahLst/>
              <a:cxnLst/>
              <a:rect l="l" t="t" r="r" b="b"/>
              <a:pathLst>
                <a:path w="454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287" y="322"/>
                  </a:lnTo>
                  <a:cubicBezTo>
                    <a:pt x="382" y="322"/>
                    <a:pt x="453" y="250"/>
                    <a:pt x="453" y="155"/>
                  </a:cubicBezTo>
                  <a:cubicBezTo>
                    <a:pt x="453" y="72"/>
                    <a:pt x="382" y="0"/>
                    <a:pt x="2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0" name="Google Shape;240;p16"/>
          <p:cNvCxnSpPr>
            <a:stCxn id="228" idx="3"/>
            <a:endCxn id="217" idx="6"/>
          </p:cNvCxnSpPr>
          <p:nvPr/>
        </p:nvCxnSpPr>
        <p:spPr>
          <a:xfrm>
            <a:off x="2753488" y="2499663"/>
            <a:ext cx="836093" cy="44739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16"/>
          <p:cNvCxnSpPr>
            <a:stCxn id="214" idx="6"/>
            <a:endCxn id="210" idx="3"/>
          </p:cNvCxnSpPr>
          <p:nvPr/>
        </p:nvCxnSpPr>
        <p:spPr>
          <a:xfrm flipH="1">
            <a:off x="2753531" y="3278310"/>
            <a:ext cx="1215600" cy="568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16"/>
          <p:cNvCxnSpPr>
            <a:stCxn id="216" idx="2"/>
            <a:endCxn id="225" idx="1"/>
          </p:cNvCxnSpPr>
          <p:nvPr/>
        </p:nvCxnSpPr>
        <p:spPr>
          <a:xfrm rot="10800000" flipH="1">
            <a:off x="5553049" y="2555854"/>
            <a:ext cx="832800" cy="3912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3" name="Google Shape;243;p16"/>
          <p:cNvCxnSpPr>
            <a:stCxn id="213" idx="2"/>
            <a:endCxn id="222" idx="1"/>
          </p:cNvCxnSpPr>
          <p:nvPr/>
        </p:nvCxnSpPr>
        <p:spPr>
          <a:xfrm>
            <a:off x="5188750" y="3278310"/>
            <a:ext cx="1197000" cy="568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" name="Google Shape;244;p16"/>
          <p:cNvCxnSpPr>
            <a:stCxn id="215" idx="0"/>
            <a:endCxn id="219" idx="0"/>
          </p:cNvCxnSpPr>
          <p:nvPr/>
        </p:nvCxnSpPr>
        <p:spPr>
          <a:xfrm flipH="1">
            <a:off x="4569683" y="3467073"/>
            <a:ext cx="2700" cy="1515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" name="Google Shape;245;p16"/>
          <p:cNvCxnSpPr/>
          <p:nvPr/>
        </p:nvCxnSpPr>
        <p:spPr>
          <a:xfrm>
            <a:off x="4007025" y="2809525"/>
            <a:ext cx="11502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16"/>
          <p:cNvCxnSpPr/>
          <p:nvPr/>
        </p:nvCxnSpPr>
        <p:spPr>
          <a:xfrm>
            <a:off x="3845275" y="2950636"/>
            <a:ext cx="1453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16"/>
          <p:cNvSpPr txBox="1"/>
          <p:nvPr/>
        </p:nvSpPr>
        <p:spPr>
          <a:xfrm>
            <a:off x="3175350" y="1242275"/>
            <a:ext cx="279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Share Tech" panose="020B0604020202020204" charset="0"/>
              </a:rPr>
              <a:t>Cleaning the Text Data</a:t>
            </a:r>
            <a:endParaRPr lang="en-US" sz="2000" b="1" dirty="0">
              <a:solidFill>
                <a:schemeClr val="tx1"/>
              </a:solidFill>
              <a:latin typeface="Share Tech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>
          <a:extLst>
            <a:ext uri="{FF2B5EF4-FFF2-40B4-BE49-F238E27FC236}">
              <a16:creationId xmlns:a16="http://schemas.microsoft.com/office/drawing/2014/main" id="{FAA7A221-9FE4-2278-15FE-39DB7741D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>
            <a:extLst>
              <a:ext uri="{FF2B5EF4-FFF2-40B4-BE49-F238E27FC236}">
                <a16:creationId xmlns:a16="http://schemas.microsoft.com/office/drawing/2014/main" id="{D6BE8CE6-1EC5-CBEE-8FA1-0790151E9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2-Text Cleaning</a:t>
            </a:r>
            <a:endParaRPr dirty="0"/>
          </a:p>
        </p:txBody>
      </p:sp>
      <p:sp>
        <p:nvSpPr>
          <p:cNvPr id="247" name="Google Shape;247;p16">
            <a:extLst>
              <a:ext uri="{FF2B5EF4-FFF2-40B4-BE49-F238E27FC236}">
                <a16:creationId xmlns:a16="http://schemas.microsoft.com/office/drawing/2014/main" id="{4EF6A721-D4D1-FB17-EC40-7324FBF24E09}"/>
              </a:ext>
            </a:extLst>
          </p:cNvPr>
          <p:cNvSpPr txBox="1"/>
          <p:nvPr/>
        </p:nvSpPr>
        <p:spPr>
          <a:xfrm>
            <a:off x="1069690" y="1756720"/>
            <a:ext cx="7004620" cy="1360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Maven Pro" panose="020B0604020202020204" charset="0"/>
              </a:rPr>
              <a:t>Reduce noise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Maven Pro" panose="020B0604020202020204" charset="0"/>
              </a:rPr>
              <a:t>Improve text quality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Maven Pro" panose="020B0604020202020204" charset="0"/>
              </a:rPr>
              <a:t>prepare comments for NLP processing</a:t>
            </a:r>
            <a:br>
              <a:rPr lang="en-US" sz="1800" dirty="0">
                <a:solidFill>
                  <a:schemeClr val="tx1"/>
                </a:solidFill>
                <a:latin typeface="Maven Pro" panose="020B0604020202020204" charset="0"/>
              </a:rPr>
            </a:br>
            <a:endParaRPr lang="en-US" sz="1800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  <p:sp>
        <p:nvSpPr>
          <p:cNvPr id="3" name="Google Shape;247;p16">
            <a:extLst>
              <a:ext uri="{FF2B5EF4-FFF2-40B4-BE49-F238E27FC236}">
                <a16:creationId xmlns:a16="http://schemas.microsoft.com/office/drawing/2014/main" id="{F2AAB7E6-C9D2-1220-990A-EEBEC8E92CF3}"/>
              </a:ext>
            </a:extLst>
          </p:cNvPr>
          <p:cNvSpPr txBox="1"/>
          <p:nvPr/>
        </p:nvSpPr>
        <p:spPr>
          <a:xfrm>
            <a:off x="938784" y="1299520"/>
            <a:ext cx="14454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hare Tech" panose="020B0604020202020204" charset="0"/>
              </a:rPr>
              <a:t>Purpose:</a:t>
            </a:r>
          </a:p>
        </p:txBody>
      </p:sp>
      <p:grpSp>
        <p:nvGrpSpPr>
          <p:cNvPr id="4" name="Google Shape;192;p15">
            <a:extLst>
              <a:ext uri="{FF2B5EF4-FFF2-40B4-BE49-F238E27FC236}">
                <a16:creationId xmlns:a16="http://schemas.microsoft.com/office/drawing/2014/main" id="{016120AD-C47E-07C8-75D8-6EA43CDB0D1B}"/>
              </a:ext>
            </a:extLst>
          </p:cNvPr>
          <p:cNvGrpSpPr/>
          <p:nvPr/>
        </p:nvGrpSpPr>
        <p:grpSpPr>
          <a:xfrm rot="10800000">
            <a:off x="7327000" y="3631205"/>
            <a:ext cx="199001" cy="867198"/>
            <a:chOff x="4475150" y="4052605"/>
            <a:chExt cx="199001" cy="867198"/>
          </a:xfrm>
        </p:grpSpPr>
        <p:sp>
          <p:nvSpPr>
            <p:cNvPr id="5" name="Google Shape;193;p15">
              <a:extLst>
                <a:ext uri="{FF2B5EF4-FFF2-40B4-BE49-F238E27FC236}">
                  <a16:creationId xmlns:a16="http://schemas.microsoft.com/office/drawing/2014/main" id="{529F22FC-119E-4382-F43F-1BC788CB99D6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94;p15">
              <a:extLst>
                <a:ext uri="{FF2B5EF4-FFF2-40B4-BE49-F238E27FC236}">
                  <a16:creationId xmlns:a16="http://schemas.microsoft.com/office/drawing/2014/main" id="{71905879-09E9-D1CA-ABA7-99E29530537E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5;p15">
              <a:extLst>
                <a:ext uri="{FF2B5EF4-FFF2-40B4-BE49-F238E27FC236}">
                  <a16:creationId xmlns:a16="http://schemas.microsoft.com/office/drawing/2014/main" id="{5567D77E-08EF-246A-F6A4-EEB4BC6A4769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96;p15">
            <a:extLst>
              <a:ext uri="{FF2B5EF4-FFF2-40B4-BE49-F238E27FC236}">
                <a16:creationId xmlns:a16="http://schemas.microsoft.com/office/drawing/2014/main" id="{A921E9B6-C257-A956-ED4E-3825F1788BBA}"/>
              </a:ext>
            </a:extLst>
          </p:cNvPr>
          <p:cNvGrpSpPr/>
          <p:nvPr/>
        </p:nvGrpSpPr>
        <p:grpSpPr>
          <a:xfrm rot="10800000">
            <a:off x="3728737" y="3758282"/>
            <a:ext cx="154365" cy="672686"/>
            <a:chOff x="4475150" y="4052605"/>
            <a:chExt cx="199001" cy="867198"/>
          </a:xfrm>
        </p:grpSpPr>
        <p:sp>
          <p:nvSpPr>
            <p:cNvPr id="9" name="Google Shape;197;p15">
              <a:extLst>
                <a:ext uri="{FF2B5EF4-FFF2-40B4-BE49-F238E27FC236}">
                  <a16:creationId xmlns:a16="http://schemas.microsoft.com/office/drawing/2014/main" id="{DCF13D0A-87D8-A1DF-A16D-85F13D83B8EE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8;p15">
              <a:extLst>
                <a:ext uri="{FF2B5EF4-FFF2-40B4-BE49-F238E27FC236}">
                  <a16:creationId xmlns:a16="http://schemas.microsoft.com/office/drawing/2014/main" id="{D8A6D0AF-C226-E3E1-9747-6FE93BFA78F0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9;p15">
              <a:extLst>
                <a:ext uri="{FF2B5EF4-FFF2-40B4-BE49-F238E27FC236}">
                  <a16:creationId xmlns:a16="http://schemas.microsoft.com/office/drawing/2014/main" id="{4F069E78-8AC4-23A4-0BD7-D3051ECF9C94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200;p15">
            <a:extLst>
              <a:ext uri="{FF2B5EF4-FFF2-40B4-BE49-F238E27FC236}">
                <a16:creationId xmlns:a16="http://schemas.microsoft.com/office/drawing/2014/main" id="{F472C2AE-8B90-879B-A443-ED92671C061B}"/>
              </a:ext>
            </a:extLst>
          </p:cNvPr>
          <p:cNvSpPr/>
          <p:nvPr/>
        </p:nvSpPr>
        <p:spPr>
          <a:xfrm>
            <a:off x="2756906" y="400408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201;p15">
            <a:extLst>
              <a:ext uri="{FF2B5EF4-FFF2-40B4-BE49-F238E27FC236}">
                <a16:creationId xmlns:a16="http://schemas.microsoft.com/office/drawing/2014/main" id="{551C7107-7C4B-A17C-7FC9-8D0D0506A809}"/>
              </a:ext>
            </a:extLst>
          </p:cNvPr>
          <p:cNvSpPr/>
          <p:nvPr/>
        </p:nvSpPr>
        <p:spPr>
          <a:xfrm>
            <a:off x="594600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2;p15">
            <a:extLst>
              <a:ext uri="{FF2B5EF4-FFF2-40B4-BE49-F238E27FC236}">
                <a16:creationId xmlns:a16="http://schemas.microsoft.com/office/drawing/2014/main" id="{E08AEC54-F5CF-7562-E1ED-F6D907A76F4E}"/>
              </a:ext>
            </a:extLst>
          </p:cNvPr>
          <p:cNvSpPr/>
          <p:nvPr/>
        </p:nvSpPr>
        <p:spPr>
          <a:xfrm>
            <a:off x="104945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284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3- Pre-Processing</a:t>
            </a:r>
            <a:endParaRPr dirty="0"/>
          </a:p>
        </p:txBody>
      </p:sp>
      <p:sp>
        <p:nvSpPr>
          <p:cNvPr id="32" name="Google Shape;467;p23">
            <a:extLst>
              <a:ext uri="{FF2B5EF4-FFF2-40B4-BE49-F238E27FC236}">
                <a16:creationId xmlns:a16="http://schemas.microsoft.com/office/drawing/2014/main" id="{18BA44E3-B9C1-87E8-B9BA-ABD046001F9D}"/>
              </a:ext>
            </a:extLst>
          </p:cNvPr>
          <p:cNvSpPr/>
          <p:nvPr/>
        </p:nvSpPr>
        <p:spPr>
          <a:xfrm>
            <a:off x="1569581" y="2808100"/>
            <a:ext cx="1466700" cy="18006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468;p23">
            <a:extLst>
              <a:ext uri="{FF2B5EF4-FFF2-40B4-BE49-F238E27FC236}">
                <a16:creationId xmlns:a16="http://schemas.microsoft.com/office/drawing/2014/main" id="{E023A7D3-F1BF-4608-83BC-C63139AF0DB6}"/>
              </a:ext>
            </a:extLst>
          </p:cNvPr>
          <p:cNvSpPr/>
          <p:nvPr/>
        </p:nvSpPr>
        <p:spPr>
          <a:xfrm>
            <a:off x="1886381" y="2151950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469;p23">
            <a:extLst>
              <a:ext uri="{FF2B5EF4-FFF2-40B4-BE49-F238E27FC236}">
                <a16:creationId xmlns:a16="http://schemas.microsoft.com/office/drawing/2014/main" id="{351E7C5D-03C5-7017-D8C2-11B6A6F5CB38}"/>
              </a:ext>
            </a:extLst>
          </p:cNvPr>
          <p:cNvSpPr/>
          <p:nvPr/>
        </p:nvSpPr>
        <p:spPr>
          <a:xfrm>
            <a:off x="3838652" y="2808100"/>
            <a:ext cx="1466700" cy="18006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470;p23">
            <a:extLst>
              <a:ext uri="{FF2B5EF4-FFF2-40B4-BE49-F238E27FC236}">
                <a16:creationId xmlns:a16="http://schemas.microsoft.com/office/drawing/2014/main" id="{4D48F603-F2E9-48CC-CE19-3EE7BE8C10F5}"/>
              </a:ext>
            </a:extLst>
          </p:cNvPr>
          <p:cNvSpPr/>
          <p:nvPr/>
        </p:nvSpPr>
        <p:spPr>
          <a:xfrm>
            <a:off x="4155452" y="2151950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471;p23">
            <a:extLst>
              <a:ext uri="{FF2B5EF4-FFF2-40B4-BE49-F238E27FC236}">
                <a16:creationId xmlns:a16="http://schemas.microsoft.com/office/drawing/2014/main" id="{FCAFDA91-9B6F-14A6-6AE3-6CB7F5B1084F}"/>
              </a:ext>
            </a:extLst>
          </p:cNvPr>
          <p:cNvSpPr/>
          <p:nvPr/>
        </p:nvSpPr>
        <p:spPr>
          <a:xfrm>
            <a:off x="6170200" y="2808100"/>
            <a:ext cx="1500600" cy="18006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72;p23">
            <a:extLst>
              <a:ext uri="{FF2B5EF4-FFF2-40B4-BE49-F238E27FC236}">
                <a16:creationId xmlns:a16="http://schemas.microsoft.com/office/drawing/2014/main" id="{F452C821-E5D8-674E-4642-89DE6C976C83}"/>
              </a:ext>
            </a:extLst>
          </p:cNvPr>
          <p:cNvSpPr/>
          <p:nvPr/>
        </p:nvSpPr>
        <p:spPr>
          <a:xfrm>
            <a:off x="6503950" y="2151950"/>
            <a:ext cx="833100" cy="83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8" name="Google Shape;492;p23">
            <a:extLst>
              <a:ext uri="{FF2B5EF4-FFF2-40B4-BE49-F238E27FC236}">
                <a16:creationId xmlns:a16="http://schemas.microsoft.com/office/drawing/2014/main" id="{6D4E890A-DB20-AAA8-E9AA-B27BF6E988E0}"/>
              </a:ext>
            </a:extLst>
          </p:cNvPr>
          <p:cNvGrpSpPr/>
          <p:nvPr/>
        </p:nvGrpSpPr>
        <p:grpSpPr>
          <a:xfrm>
            <a:off x="1599186" y="1458000"/>
            <a:ext cx="1466753" cy="2547589"/>
            <a:chOff x="1599186" y="1458000"/>
            <a:chExt cx="1466753" cy="2547589"/>
          </a:xfrm>
        </p:grpSpPr>
        <p:sp>
          <p:nvSpPr>
            <p:cNvPr id="61" name="Google Shape;494;p23">
              <a:extLst>
                <a:ext uri="{FF2B5EF4-FFF2-40B4-BE49-F238E27FC236}">
                  <a16:creationId xmlns:a16="http://schemas.microsoft.com/office/drawing/2014/main" id="{E1DDAE37-59F7-1A53-DAFF-F511FB68DABE}"/>
                </a:ext>
              </a:extLst>
            </p:cNvPr>
            <p:cNvSpPr txBox="1"/>
            <p:nvPr/>
          </p:nvSpPr>
          <p:spPr>
            <a:xfrm>
              <a:off x="1599186" y="3548389"/>
              <a:ext cx="1466753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Tokenization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60" name="Google Shape;496;p23">
              <a:extLst>
                <a:ext uri="{FF2B5EF4-FFF2-40B4-BE49-F238E27FC236}">
                  <a16:creationId xmlns:a16="http://schemas.microsoft.com/office/drawing/2014/main" id="{1E825255-E6F6-4B72-3FAA-AC7F1B5FE4F3}"/>
                </a:ext>
              </a:extLst>
            </p:cNvPr>
            <p:cNvSpPr txBox="1"/>
            <p:nvPr/>
          </p:nvSpPr>
          <p:spPr>
            <a:xfrm>
              <a:off x="1918625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01</a:t>
              </a:r>
              <a:endParaRPr sz="240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63" name="Google Shape;497;p23">
            <a:extLst>
              <a:ext uri="{FF2B5EF4-FFF2-40B4-BE49-F238E27FC236}">
                <a16:creationId xmlns:a16="http://schemas.microsoft.com/office/drawing/2014/main" id="{A5F24A69-9401-360C-1FA6-5A614A28A93A}"/>
              </a:ext>
            </a:extLst>
          </p:cNvPr>
          <p:cNvGrpSpPr/>
          <p:nvPr/>
        </p:nvGrpSpPr>
        <p:grpSpPr>
          <a:xfrm>
            <a:off x="3859163" y="1458000"/>
            <a:ext cx="1466700" cy="2671912"/>
            <a:chOff x="3859163" y="1458000"/>
            <a:chExt cx="1466700" cy="2671912"/>
          </a:xfrm>
        </p:grpSpPr>
        <p:sp>
          <p:nvSpPr>
            <p:cNvPr id="194" name="Google Shape;499;p23">
              <a:extLst>
                <a:ext uri="{FF2B5EF4-FFF2-40B4-BE49-F238E27FC236}">
                  <a16:creationId xmlns:a16="http://schemas.microsoft.com/office/drawing/2014/main" id="{2E359D02-9599-CD96-D017-AA4A370144BD}"/>
                </a:ext>
              </a:extLst>
            </p:cNvPr>
            <p:cNvSpPr txBox="1"/>
            <p:nvPr/>
          </p:nvSpPr>
          <p:spPr>
            <a:xfrm>
              <a:off x="3859163" y="3672712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Stopworsd Removal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93" name="Google Shape;501;p23">
              <a:extLst>
                <a:ext uri="{FF2B5EF4-FFF2-40B4-BE49-F238E27FC236}">
                  <a16:creationId xmlns:a16="http://schemas.microsoft.com/office/drawing/2014/main" id="{C66333F9-0BEE-3206-7368-B582FA4B507F}"/>
                </a:ext>
              </a:extLst>
            </p:cNvPr>
            <p:cNvSpPr txBox="1"/>
            <p:nvPr/>
          </p:nvSpPr>
          <p:spPr>
            <a:xfrm>
              <a:off x="4187717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5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02</a:t>
              </a:r>
              <a:endParaRPr sz="2400">
                <a:solidFill>
                  <a:schemeClr val="accent5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196" name="Google Shape;502;p23">
            <a:extLst>
              <a:ext uri="{FF2B5EF4-FFF2-40B4-BE49-F238E27FC236}">
                <a16:creationId xmlns:a16="http://schemas.microsoft.com/office/drawing/2014/main" id="{668FEDAF-CA71-DB84-A57F-048639182EF5}"/>
              </a:ext>
            </a:extLst>
          </p:cNvPr>
          <p:cNvGrpSpPr/>
          <p:nvPr/>
        </p:nvGrpSpPr>
        <p:grpSpPr>
          <a:xfrm>
            <a:off x="6086718" y="1458000"/>
            <a:ext cx="1679585" cy="2579957"/>
            <a:chOff x="6086718" y="1458000"/>
            <a:chExt cx="1679585" cy="2579957"/>
          </a:xfrm>
        </p:grpSpPr>
        <p:sp>
          <p:nvSpPr>
            <p:cNvPr id="199" name="Google Shape;504;p23">
              <a:extLst>
                <a:ext uri="{FF2B5EF4-FFF2-40B4-BE49-F238E27FC236}">
                  <a16:creationId xmlns:a16="http://schemas.microsoft.com/office/drawing/2014/main" id="{AD0F7E15-E2CC-32E8-B44D-5ADFD24A0E5E}"/>
                </a:ext>
              </a:extLst>
            </p:cNvPr>
            <p:cNvSpPr txBox="1"/>
            <p:nvPr/>
          </p:nvSpPr>
          <p:spPr>
            <a:xfrm>
              <a:off x="6086718" y="3580757"/>
              <a:ext cx="1679585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Lemmatization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98" name="Google Shape;506;p23">
              <a:extLst>
                <a:ext uri="{FF2B5EF4-FFF2-40B4-BE49-F238E27FC236}">
                  <a16:creationId xmlns:a16="http://schemas.microsoft.com/office/drawing/2014/main" id="{75729B2B-703E-36E8-D7AB-A27700E08D14}"/>
                </a:ext>
              </a:extLst>
            </p:cNvPr>
            <p:cNvSpPr txBox="1"/>
            <p:nvPr/>
          </p:nvSpPr>
          <p:spPr>
            <a:xfrm>
              <a:off x="6536200" y="14580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03</a:t>
              </a:r>
              <a:endParaRPr sz="2400" dirty="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cxnSp>
        <p:nvCxnSpPr>
          <p:cNvPr id="201" name="Google Shape;507;p23">
            <a:extLst>
              <a:ext uri="{FF2B5EF4-FFF2-40B4-BE49-F238E27FC236}">
                <a16:creationId xmlns:a16="http://schemas.microsoft.com/office/drawing/2014/main" id="{8F40E71B-7AE4-F9BE-9721-981158717710}"/>
              </a:ext>
            </a:extLst>
          </p:cNvPr>
          <p:cNvCxnSpPr>
            <a:stCxn id="60" idx="3"/>
            <a:endCxn id="193" idx="1"/>
          </p:cNvCxnSpPr>
          <p:nvPr/>
        </p:nvCxnSpPr>
        <p:spPr>
          <a:xfrm>
            <a:off x="2687225" y="1686600"/>
            <a:ext cx="15006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2" name="Google Shape;508;p23">
            <a:extLst>
              <a:ext uri="{FF2B5EF4-FFF2-40B4-BE49-F238E27FC236}">
                <a16:creationId xmlns:a16="http://schemas.microsoft.com/office/drawing/2014/main" id="{BF5A67A3-5F52-5A68-B522-AC99A4B78BA1}"/>
              </a:ext>
            </a:extLst>
          </p:cNvPr>
          <p:cNvCxnSpPr>
            <a:stCxn id="193" idx="3"/>
            <a:endCxn id="198" idx="1"/>
          </p:cNvCxnSpPr>
          <p:nvPr/>
        </p:nvCxnSpPr>
        <p:spPr>
          <a:xfrm>
            <a:off x="4956317" y="1686600"/>
            <a:ext cx="1579883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3" name="Google Shape;509;p23">
            <a:extLst>
              <a:ext uri="{FF2B5EF4-FFF2-40B4-BE49-F238E27FC236}">
                <a16:creationId xmlns:a16="http://schemas.microsoft.com/office/drawing/2014/main" id="{14A890C0-2351-0A17-3808-8C2AF08A9A42}"/>
              </a:ext>
            </a:extLst>
          </p:cNvPr>
          <p:cNvCxnSpPr>
            <a:stCxn id="60" idx="2"/>
            <a:endCxn id="33" idx="0"/>
          </p:cNvCxnSpPr>
          <p:nvPr/>
        </p:nvCxnSpPr>
        <p:spPr>
          <a:xfrm>
            <a:off x="2302925" y="1915200"/>
            <a:ext cx="0" cy="23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4" name="Google Shape;510;p23">
            <a:extLst>
              <a:ext uri="{FF2B5EF4-FFF2-40B4-BE49-F238E27FC236}">
                <a16:creationId xmlns:a16="http://schemas.microsoft.com/office/drawing/2014/main" id="{AB726AAA-008F-598B-01C3-0ED0F463CCC3}"/>
              </a:ext>
            </a:extLst>
          </p:cNvPr>
          <p:cNvCxnSpPr>
            <a:stCxn id="193" idx="2"/>
            <a:endCxn id="36" idx="0"/>
          </p:cNvCxnSpPr>
          <p:nvPr/>
        </p:nvCxnSpPr>
        <p:spPr>
          <a:xfrm>
            <a:off x="4572017" y="1915200"/>
            <a:ext cx="0" cy="23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DE34EDE0-2724-B702-093C-DD23F0F38049}"/>
              </a:ext>
            </a:extLst>
          </p:cNvPr>
          <p:cNvSpPr txBox="1"/>
          <p:nvPr/>
        </p:nvSpPr>
        <p:spPr>
          <a:xfrm>
            <a:off x="2653821" y="1150253"/>
            <a:ext cx="3835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Share Tech" panose="020B0604020202020204" charset="0"/>
              </a:rPr>
              <a:t>Preparing Text for Machine Learning</a:t>
            </a:r>
          </a:p>
        </p:txBody>
      </p:sp>
      <p:cxnSp>
        <p:nvCxnSpPr>
          <p:cNvPr id="208" name="Google Shape;510;p23">
            <a:extLst>
              <a:ext uri="{FF2B5EF4-FFF2-40B4-BE49-F238E27FC236}">
                <a16:creationId xmlns:a16="http://schemas.microsoft.com/office/drawing/2014/main" id="{472CAEE7-862C-3507-33AA-9F603A950AF1}"/>
              </a:ext>
            </a:extLst>
          </p:cNvPr>
          <p:cNvCxnSpPr>
            <a:cxnSpLocks/>
            <a:stCxn id="198" idx="2"/>
            <a:endCxn id="38" idx="0"/>
          </p:cNvCxnSpPr>
          <p:nvPr/>
        </p:nvCxnSpPr>
        <p:spPr>
          <a:xfrm>
            <a:off x="6920500" y="1915200"/>
            <a:ext cx="0" cy="23675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8BEC56F3-A43E-5852-9873-45253CE5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>
            <a:extLst>
              <a:ext uri="{FF2B5EF4-FFF2-40B4-BE49-F238E27FC236}">
                <a16:creationId xmlns:a16="http://schemas.microsoft.com/office/drawing/2014/main" id="{C801DDB4-EE9A-2C3F-0951-25E5F2A89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ar-EG" dirty="0"/>
              <a:t>4</a:t>
            </a:r>
            <a:r>
              <a:rPr lang="en-US" dirty="0"/>
              <a:t>-Feature Engineering</a:t>
            </a:r>
            <a:endParaRPr dirty="0"/>
          </a:p>
        </p:txBody>
      </p:sp>
      <p:sp>
        <p:nvSpPr>
          <p:cNvPr id="4" name="Google Shape;191;p15">
            <a:extLst>
              <a:ext uri="{FF2B5EF4-FFF2-40B4-BE49-F238E27FC236}">
                <a16:creationId xmlns:a16="http://schemas.microsoft.com/office/drawing/2014/main" id="{03AFE7E1-A535-D27A-41CD-7674629F5FC3}"/>
              </a:ext>
            </a:extLst>
          </p:cNvPr>
          <p:cNvSpPr txBox="1">
            <a:spLocks/>
          </p:cNvSpPr>
          <p:nvPr/>
        </p:nvSpPr>
        <p:spPr>
          <a:xfrm>
            <a:off x="882560" y="1274253"/>
            <a:ext cx="7704000" cy="31567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Converting Text into Numerical Features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Machine learning models cannot understand raw text directly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Share Tech" panose="020B0604020202020204" charset="0"/>
              </a:rPr>
              <a:t>TF-IDF Vectorization :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Word frequency</a:t>
            </a:r>
          </a:p>
          <a:p>
            <a:pPr marL="1200150" lvl="2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Word importance across documents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Additional Features</a:t>
            </a:r>
          </a:p>
          <a:p>
            <a:pPr marL="895350" lvl="1" indent="-285750">
              <a:lnSpc>
                <a:spcPct val="150000"/>
              </a:lnSpc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Unigrams</a:t>
            </a:r>
          </a:p>
          <a:p>
            <a:pPr marL="895350" lvl="1" indent="-285750">
              <a:lnSpc>
                <a:spcPct val="150000"/>
              </a:lnSpc>
              <a:buClr>
                <a:schemeClr val="tx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Bigrams</a:t>
            </a:r>
          </a:p>
          <a:p>
            <a:pPr marL="609600" lvl="1">
              <a:buSzPts val="1200"/>
            </a:pPr>
            <a:endParaRPr lang="en-US" dirty="0"/>
          </a:p>
          <a:p>
            <a:pPr marL="609600" lvl="1">
              <a:buSzPts val="1200"/>
            </a:pPr>
            <a:endParaRPr lang="en-US" dirty="0"/>
          </a:p>
        </p:txBody>
      </p:sp>
      <p:grpSp>
        <p:nvGrpSpPr>
          <p:cNvPr id="5" name="Google Shape;192;p15">
            <a:extLst>
              <a:ext uri="{FF2B5EF4-FFF2-40B4-BE49-F238E27FC236}">
                <a16:creationId xmlns:a16="http://schemas.microsoft.com/office/drawing/2014/main" id="{007F4465-7D81-9FE1-8ED3-3A2E897F2E18}"/>
              </a:ext>
            </a:extLst>
          </p:cNvPr>
          <p:cNvGrpSpPr/>
          <p:nvPr/>
        </p:nvGrpSpPr>
        <p:grpSpPr>
          <a:xfrm rot="10800000">
            <a:off x="7327000" y="3631205"/>
            <a:ext cx="199001" cy="867198"/>
            <a:chOff x="4475150" y="4052605"/>
            <a:chExt cx="199001" cy="867198"/>
          </a:xfrm>
        </p:grpSpPr>
        <p:sp>
          <p:nvSpPr>
            <p:cNvPr id="6" name="Google Shape;193;p15">
              <a:extLst>
                <a:ext uri="{FF2B5EF4-FFF2-40B4-BE49-F238E27FC236}">
                  <a16:creationId xmlns:a16="http://schemas.microsoft.com/office/drawing/2014/main" id="{48A0F43F-CCC4-AD5F-0E5D-E6129C5415F9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4;p15">
              <a:extLst>
                <a:ext uri="{FF2B5EF4-FFF2-40B4-BE49-F238E27FC236}">
                  <a16:creationId xmlns:a16="http://schemas.microsoft.com/office/drawing/2014/main" id="{0A1ACB27-C395-454F-A45F-66D2770B98B3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5;p15">
              <a:extLst>
                <a:ext uri="{FF2B5EF4-FFF2-40B4-BE49-F238E27FC236}">
                  <a16:creationId xmlns:a16="http://schemas.microsoft.com/office/drawing/2014/main" id="{AF850C0D-9F0C-DD28-BF67-77DBC2C1E0A4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96;p15">
            <a:extLst>
              <a:ext uri="{FF2B5EF4-FFF2-40B4-BE49-F238E27FC236}">
                <a16:creationId xmlns:a16="http://schemas.microsoft.com/office/drawing/2014/main" id="{C07956E9-B4F2-AF0D-4AA3-E64F17E78C17}"/>
              </a:ext>
            </a:extLst>
          </p:cNvPr>
          <p:cNvGrpSpPr/>
          <p:nvPr/>
        </p:nvGrpSpPr>
        <p:grpSpPr>
          <a:xfrm rot="10800000">
            <a:off x="3728737" y="3758282"/>
            <a:ext cx="154365" cy="672686"/>
            <a:chOff x="4475150" y="4052605"/>
            <a:chExt cx="199001" cy="867198"/>
          </a:xfrm>
        </p:grpSpPr>
        <p:sp>
          <p:nvSpPr>
            <p:cNvPr id="10" name="Google Shape;197;p15">
              <a:extLst>
                <a:ext uri="{FF2B5EF4-FFF2-40B4-BE49-F238E27FC236}">
                  <a16:creationId xmlns:a16="http://schemas.microsoft.com/office/drawing/2014/main" id="{97EFD147-5002-CC9F-9F9B-D5356AAD86D2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8;p15">
              <a:extLst>
                <a:ext uri="{FF2B5EF4-FFF2-40B4-BE49-F238E27FC236}">
                  <a16:creationId xmlns:a16="http://schemas.microsoft.com/office/drawing/2014/main" id="{5F031554-6ECB-92AE-D95D-8E5565434CAF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9;p15">
              <a:extLst>
                <a:ext uri="{FF2B5EF4-FFF2-40B4-BE49-F238E27FC236}">
                  <a16:creationId xmlns:a16="http://schemas.microsoft.com/office/drawing/2014/main" id="{7788DD65-AE94-BC4C-A5F0-E7D2D4261BD9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200;p15">
            <a:extLst>
              <a:ext uri="{FF2B5EF4-FFF2-40B4-BE49-F238E27FC236}">
                <a16:creationId xmlns:a16="http://schemas.microsoft.com/office/drawing/2014/main" id="{923F6729-6AC5-2E5B-15D1-FF8AD5122DFA}"/>
              </a:ext>
            </a:extLst>
          </p:cNvPr>
          <p:cNvSpPr/>
          <p:nvPr/>
        </p:nvSpPr>
        <p:spPr>
          <a:xfrm>
            <a:off x="2756906" y="400408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01;p15">
            <a:extLst>
              <a:ext uri="{FF2B5EF4-FFF2-40B4-BE49-F238E27FC236}">
                <a16:creationId xmlns:a16="http://schemas.microsoft.com/office/drawing/2014/main" id="{1993EB46-ECD7-4ADD-C39A-ADB62D7071AE}"/>
              </a:ext>
            </a:extLst>
          </p:cNvPr>
          <p:cNvSpPr/>
          <p:nvPr/>
        </p:nvSpPr>
        <p:spPr>
          <a:xfrm>
            <a:off x="594600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202;p15">
            <a:extLst>
              <a:ext uri="{FF2B5EF4-FFF2-40B4-BE49-F238E27FC236}">
                <a16:creationId xmlns:a16="http://schemas.microsoft.com/office/drawing/2014/main" id="{58A0D11D-13F5-27A1-C0B4-2E8FBB0BB383}"/>
              </a:ext>
            </a:extLst>
          </p:cNvPr>
          <p:cNvSpPr/>
          <p:nvPr/>
        </p:nvSpPr>
        <p:spPr>
          <a:xfrm>
            <a:off x="104945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31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DCB24FC8-E671-114B-9571-E2A4AB51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>
            <a:extLst>
              <a:ext uri="{FF2B5EF4-FFF2-40B4-BE49-F238E27FC236}">
                <a16:creationId xmlns:a16="http://schemas.microsoft.com/office/drawing/2014/main" id="{D8F1B702-E2A6-9E86-D648-38B4FFCFE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5-Modeling</a:t>
            </a:r>
            <a:endParaRPr dirty="0"/>
          </a:p>
        </p:txBody>
      </p:sp>
      <p:sp>
        <p:nvSpPr>
          <p:cNvPr id="253" name="Google Shape;253;p17">
            <a:extLst>
              <a:ext uri="{FF2B5EF4-FFF2-40B4-BE49-F238E27FC236}">
                <a16:creationId xmlns:a16="http://schemas.microsoft.com/office/drawing/2014/main" id="{2E0F6996-3C0F-1530-B774-3198C19C30CC}"/>
              </a:ext>
            </a:extLst>
          </p:cNvPr>
          <p:cNvSpPr txBox="1"/>
          <p:nvPr/>
        </p:nvSpPr>
        <p:spPr>
          <a:xfrm>
            <a:off x="3133344" y="1326093"/>
            <a:ext cx="2998632" cy="373381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Share Tech" panose="020B0604020202020204" charset="0"/>
              </a:rPr>
              <a:t>Machine Learning Models</a:t>
            </a:r>
            <a:endParaRPr dirty="0">
              <a:solidFill>
                <a:schemeClr val="tx1"/>
              </a:solidFill>
              <a:latin typeface="Share Tech" panose="020B0604020202020204" charset="0"/>
              <a:ea typeface="Share Tech"/>
              <a:cs typeface="Share Tech"/>
              <a:sym typeface="Share Tech"/>
            </a:endParaRPr>
          </a:p>
        </p:txBody>
      </p:sp>
      <p:sp>
        <p:nvSpPr>
          <p:cNvPr id="254" name="Google Shape;254;p17">
            <a:extLst>
              <a:ext uri="{FF2B5EF4-FFF2-40B4-BE49-F238E27FC236}">
                <a16:creationId xmlns:a16="http://schemas.microsoft.com/office/drawing/2014/main" id="{03993047-040F-CAE0-CBD9-2A8F2B32815C}"/>
              </a:ext>
            </a:extLst>
          </p:cNvPr>
          <p:cNvSpPr/>
          <p:nvPr/>
        </p:nvSpPr>
        <p:spPr>
          <a:xfrm>
            <a:off x="1005186" y="2135876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17">
            <a:extLst>
              <a:ext uri="{FF2B5EF4-FFF2-40B4-BE49-F238E27FC236}">
                <a16:creationId xmlns:a16="http://schemas.microsoft.com/office/drawing/2014/main" id="{961C9282-0A14-7E44-4903-88403BA887C9}"/>
              </a:ext>
            </a:extLst>
          </p:cNvPr>
          <p:cNvSpPr/>
          <p:nvPr/>
        </p:nvSpPr>
        <p:spPr>
          <a:xfrm>
            <a:off x="2658439" y="2135876"/>
            <a:ext cx="833100" cy="83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6" name="Google Shape;256;p17">
            <a:extLst>
              <a:ext uri="{FF2B5EF4-FFF2-40B4-BE49-F238E27FC236}">
                <a16:creationId xmlns:a16="http://schemas.microsoft.com/office/drawing/2014/main" id="{F130A422-870C-2EC2-B3F6-253294EA2861}"/>
              </a:ext>
            </a:extLst>
          </p:cNvPr>
          <p:cNvSpPr/>
          <p:nvPr/>
        </p:nvSpPr>
        <p:spPr>
          <a:xfrm>
            <a:off x="5715426" y="2135876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7" name="Google Shape;257;p17">
            <a:extLst>
              <a:ext uri="{FF2B5EF4-FFF2-40B4-BE49-F238E27FC236}">
                <a16:creationId xmlns:a16="http://schemas.microsoft.com/office/drawing/2014/main" id="{0C00B452-3A19-0788-CF7F-4176F3963D25}"/>
              </a:ext>
            </a:extLst>
          </p:cNvPr>
          <p:cNvSpPr/>
          <p:nvPr/>
        </p:nvSpPr>
        <p:spPr>
          <a:xfrm>
            <a:off x="7368675" y="2135876"/>
            <a:ext cx="833100" cy="83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8" name="Google Shape;258;p17">
            <a:extLst>
              <a:ext uri="{FF2B5EF4-FFF2-40B4-BE49-F238E27FC236}">
                <a16:creationId xmlns:a16="http://schemas.microsoft.com/office/drawing/2014/main" id="{D642B736-454F-9200-2EAE-E5D9735AF031}"/>
              </a:ext>
            </a:extLst>
          </p:cNvPr>
          <p:cNvCxnSpPr>
            <a:cxnSpLocks/>
            <a:stCxn id="253" idx="1"/>
            <a:endCxn id="254" idx="0"/>
          </p:cNvCxnSpPr>
          <p:nvPr/>
        </p:nvCxnSpPr>
        <p:spPr>
          <a:xfrm rot="10800000" flipV="1">
            <a:off x="1421736" y="1512784"/>
            <a:ext cx="1711608" cy="623092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17">
            <a:extLst>
              <a:ext uri="{FF2B5EF4-FFF2-40B4-BE49-F238E27FC236}">
                <a16:creationId xmlns:a16="http://schemas.microsoft.com/office/drawing/2014/main" id="{CC17FC9A-BFE5-CE15-9E0D-20552D9233AB}"/>
              </a:ext>
            </a:extLst>
          </p:cNvPr>
          <p:cNvCxnSpPr>
            <a:cxnSpLocks/>
            <a:stCxn id="253" idx="3"/>
            <a:endCxn id="257" idx="0"/>
          </p:cNvCxnSpPr>
          <p:nvPr/>
        </p:nvCxnSpPr>
        <p:spPr>
          <a:xfrm>
            <a:off x="6131976" y="1512784"/>
            <a:ext cx="1653249" cy="623092"/>
          </a:xfrm>
          <a:prstGeom prst="bentConnector2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17">
            <a:extLst>
              <a:ext uri="{FF2B5EF4-FFF2-40B4-BE49-F238E27FC236}">
                <a16:creationId xmlns:a16="http://schemas.microsoft.com/office/drawing/2014/main" id="{0C218854-BD9B-6836-4431-3738503D6DD0}"/>
              </a:ext>
            </a:extLst>
          </p:cNvPr>
          <p:cNvCxnSpPr>
            <a:cxnSpLocks/>
            <a:stCxn id="253" idx="2"/>
            <a:endCxn id="255" idx="0"/>
          </p:cNvCxnSpPr>
          <p:nvPr/>
        </p:nvCxnSpPr>
        <p:spPr>
          <a:xfrm flipH="1">
            <a:off x="3074989" y="1699474"/>
            <a:ext cx="1557671" cy="436402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17">
            <a:extLst>
              <a:ext uri="{FF2B5EF4-FFF2-40B4-BE49-F238E27FC236}">
                <a16:creationId xmlns:a16="http://schemas.microsoft.com/office/drawing/2014/main" id="{7DC278B2-6791-199E-0C3D-D84087CA828F}"/>
              </a:ext>
            </a:extLst>
          </p:cNvPr>
          <p:cNvCxnSpPr>
            <a:cxnSpLocks/>
            <a:stCxn id="253" idx="2"/>
            <a:endCxn id="256" idx="0"/>
          </p:cNvCxnSpPr>
          <p:nvPr/>
        </p:nvCxnSpPr>
        <p:spPr>
          <a:xfrm>
            <a:off x="4632660" y="1699474"/>
            <a:ext cx="1499316" cy="436402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7" name="Google Shape;277;p17">
            <a:extLst>
              <a:ext uri="{FF2B5EF4-FFF2-40B4-BE49-F238E27FC236}">
                <a16:creationId xmlns:a16="http://schemas.microsoft.com/office/drawing/2014/main" id="{7A8265FF-5BF4-A425-B1DB-55C3913A04F2}"/>
              </a:ext>
            </a:extLst>
          </p:cNvPr>
          <p:cNvGrpSpPr/>
          <p:nvPr/>
        </p:nvGrpSpPr>
        <p:grpSpPr>
          <a:xfrm>
            <a:off x="677380" y="3515594"/>
            <a:ext cx="1502527" cy="681000"/>
            <a:chOff x="1322956" y="3299387"/>
            <a:chExt cx="1502527" cy="681000"/>
          </a:xfrm>
        </p:grpSpPr>
        <p:sp>
          <p:nvSpPr>
            <p:cNvPr id="278" name="Google Shape;278;p17">
              <a:extLst>
                <a:ext uri="{FF2B5EF4-FFF2-40B4-BE49-F238E27FC236}">
                  <a16:creationId xmlns:a16="http://schemas.microsoft.com/office/drawing/2014/main" id="{937BFBBA-91D1-8B14-8982-43E0C08B8234}"/>
                </a:ext>
              </a:extLst>
            </p:cNvPr>
            <p:cNvSpPr txBox="1"/>
            <p:nvPr/>
          </p:nvSpPr>
          <p:spPr>
            <a:xfrm>
              <a:off x="1358783" y="3299387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79" name="Google Shape;279;p17">
              <a:extLst>
                <a:ext uri="{FF2B5EF4-FFF2-40B4-BE49-F238E27FC236}">
                  <a16:creationId xmlns:a16="http://schemas.microsoft.com/office/drawing/2014/main" id="{348854BA-98E7-F456-D55D-92674F8BA477}"/>
                </a:ext>
              </a:extLst>
            </p:cNvPr>
            <p:cNvSpPr txBox="1"/>
            <p:nvPr/>
          </p:nvSpPr>
          <p:spPr>
            <a:xfrm>
              <a:off x="1322956" y="3299387"/>
              <a:ext cx="1466700" cy="6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Logistic Regression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282" name="Google Shape;282;p17">
            <a:extLst>
              <a:ext uri="{FF2B5EF4-FFF2-40B4-BE49-F238E27FC236}">
                <a16:creationId xmlns:a16="http://schemas.microsoft.com/office/drawing/2014/main" id="{C4ACAE5C-D747-AF0B-C286-E2DBAA324C84}"/>
              </a:ext>
            </a:extLst>
          </p:cNvPr>
          <p:cNvSpPr txBox="1"/>
          <p:nvPr/>
        </p:nvSpPr>
        <p:spPr>
          <a:xfrm>
            <a:off x="2354040" y="3544651"/>
            <a:ext cx="14667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Support Vector Machine(SVM)</a:t>
            </a:r>
            <a:endParaRPr dirty="0">
              <a:solidFill>
                <a:schemeClr val="tx1"/>
              </a:solidFill>
              <a:latin typeface="Maven Pro" panose="020B0604020202020204" charset="0"/>
              <a:ea typeface="Maven Pro"/>
              <a:cs typeface="Maven Pro"/>
              <a:sym typeface="Maven Pro"/>
            </a:endParaRPr>
          </a:p>
        </p:txBody>
      </p:sp>
      <p:grpSp>
        <p:nvGrpSpPr>
          <p:cNvPr id="283" name="Google Shape;283;p17">
            <a:extLst>
              <a:ext uri="{FF2B5EF4-FFF2-40B4-BE49-F238E27FC236}">
                <a16:creationId xmlns:a16="http://schemas.microsoft.com/office/drawing/2014/main" id="{27984F92-9C29-47A7-B8B7-20F8A4787828}"/>
              </a:ext>
            </a:extLst>
          </p:cNvPr>
          <p:cNvGrpSpPr/>
          <p:nvPr/>
        </p:nvGrpSpPr>
        <p:grpSpPr>
          <a:xfrm>
            <a:off x="5398626" y="3500693"/>
            <a:ext cx="1466700" cy="1225921"/>
            <a:chOff x="4665276" y="3299387"/>
            <a:chExt cx="1466700" cy="1225921"/>
          </a:xfrm>
        </p:grpSpPr>
        <p:sp>
          <p:nvSpPr>
            <p:cNvPr id="284" name="Google Shape;284;p17">
              <a:extLst>
                <a:ext uri="{FF2B5EF4-FFF2-40B4-BE49-F238E27FC236}">
                  <a16:creationId xmlns:a16="http://schemas.microsoft.com/office/drawing/2014/main" id="{F23CFEEB-41CD-0D53-DD68-6D972B0151DC}"/>
                </a:ext>
              </a:extLst>
            </p:cNvPr>
            <p:cNvSpPr txBox="1"/>
            <p:nvPr/>
          </p:nvSpPr>
          <p:spPr>
            <a:xfrm>
              <a:off x="4665276" y="3299387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85" name="Google Shape;285;p17">
              <a:extLst>
                <a:ext uri="{FF2B5EF4-FFF2-40B4-BE49-F238E27FC236}">
                  <a16:creationId xmlns:a16="http://schemas.microsoft.com/office/drawing/2014/main" id="{16FBBF2C-3637-36AC-E25D-D9832FDD1A49}"/>
                </a:ext>
              </a:extLst>
            </p:cNvPr>
            <p:cNvSpPr txBox="1"/>
            <p:nvPr/>
          </p:nvSpPr>
          <p:spPr>
            <a:xfrm>
              <a:off x="4665276" y="3375436"/>
              <a:ext cx="1466700" cy="1149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Decision Tree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286" name="Google Shape;286;p17">
            <a:extLst>
              <a:ext uri="{FF2B5EF4-FFF2-40B4-BE49-F238E27FC236}">
                <a16:creationId xmlns:a16="http://schemas.microsoft.com/office/drawing/2014/main" id="{0CBEEF7C-A7C1-7B3D-F38A-A72E4ED268CD}"/>
              </a:ext>
            </a:extLst>
          </p:cNvPr>
          <p:cNvGrpSpPr/>
          <p:nvPr/>
        </p:nvGrpSpPr>
        <p:grpSpPr>
          <a:xfrm>
            <a:off x="7039464" y="3500576"/>
            <a:ext cx="1479112" cy="681000"/>
            <a:chOff x="6306114" y="3296777"/>
            <a:chExt cx="1479112" cy="681000"/>
          </a:xfrm>
        </p:grpSpPr>
        <p:sp>
          <p:nvSpPr>
            <p:cNvPr id="287" name="Google Shape;287;p17">
              <a:extLst>
                <a:ext uri="{FF2B5EF4-FFF2-40B4-BE49-F238E27FC236}">
                  <a16:creationId xmlns:a16="http://schemas.microsoft.com/office/drawing/2014/main" id="{7842A67C-D1ED-13E8-184B-51AC62ED6E7A}"/>
                </a:ext>
              </a:extLst>
            </p:cNvPr>
            <p:cNvSpPr txBox="1"/>
            <p:nvPr/>
          </p:nvSpPr>
          <p:spPr>
            <a:xfrm>
              <a:off x="6318526" y="3299387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88" name="Google Shape;288;p17">
              <a:extLst>
                <a:ext uri="{FF2B5EF4-FFF2-40B4-BE49-F238E27FC236}">
                  <a16:creationId xmlns:a16="http://schemas.microsoft.com/office/drawing/2014/main" id="{72F44717-2FCE-7526-2346-B639C74C37D7}"/>
                </a:ext>
              </a:extLst>
            </p:cNvPr>
            <p:cNvSpPr txBox="1"/>
            <p:nvPr/>
          </p:nvSpPr>
          <p:spPr>
            <a:xfrm>
              <a:off x="6306114" y="3296777"/>
              <a:ext cx="1466700" cy="6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Random Forest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cxnSp>
        <p:nvCxnSpPr>
          <p:cNvPr id="289" name="Google Shape;289;p17">
            <a:extLst>
              <a:ext uri="{FF2B5EF4-FFF2-40B4-BE49-F238E27FC236}">
                <a16:creationId xmlns:a16="http://schemas.microsoft.com/office/drawing/2014/main" id="{3E5E7D4B-4596-75A0-0231-CCE14D9A10C9}"/>
              </a:ext>
            </a:extLst>
          </p:cNvPr>
          <p:cNvCxnSpPr>
            <a:cxnSpLocks/>
            <a:stCxn id="254" idx="2"/>
            <a:endCxn id="279" idx="0"/>
          </p:cNvCxnSpPr>
          <p:nvPr/>
        </p:nvCxnSpPr>
        <p:spPr>
          <a:xfrm flipH="1">
            <a:off x="1410730" y="2968976"/>
            <a:ext cx="11006" cy="546618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90" name="Google Shape;290;p17">
            <a:extLst>
              <a:ext uri="{FF2B5EF4-FFF2-40B4-BE49-F238E27FC236}">
                <a16:creationId xmlns:a16="http://schemas.microsoft.com/office/drawing/2014/main" id="{CF65E730-86DE-8882-2392-C5BC5B3EBAA5}"/>
              </a:ext>
            </a:extLst>
          </p:cNvPr>
          <p:cNvCxnSpPr>
            <a:stCxn id="257" idx="2"/>
            <a:endCxn id="287" idx="0"/>
          </p:cNvCxnSpPr>
          <p:nvPr/>
        </p:nvCxnSpPr>
        <p:spPr>
          <a:xfrm>
            <a:off x="7785225" y="2968976"/>
            <a:ext cx="0" cy="534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91" name="Google Shape;291;p17">
            <a:extLst>
              <a:ext uri="{FF2B5EF4-FFF2-40B4-BE49-F238E27FC236}">
                <a16:creationId xmlns:a16="http://schemas.microsoft.com/office/drawing/2014/main" id="{B20A125C-3AD9-A009-1FFD-015FE9C3ADB4}"/>
              </a:ext>
            </a:extLst>
          </p:cNvPr>
          <p:cNvCxnSpPr>
            <a:cxnSpLocks/>
            <a:stCxn id="256" idx="2"/>
            <a:endCxn id="284" idx="0"/>
          </p:cNvCxnSpPr>
          <p:nvPr/>
        </p:nvCxnSpPr>
        <p:spPr>
          <a:xfrm>
            <a:off x="6131976" y="2968976"/>
            <a:ext cx="0" cy="5316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92" name="Google Shape;292;p17">
            <a:extLst>
              <a:ext uri="{FF2B5EF4-FFF2-40B4-BE49-F238E27FC236}">
                <a16:creationId xmlns:a16="http://schemas.microsoft.com/office/drawing/2014/main" id="{1004D4CB-3D1F-7ECD-FBAF-2EE593FB6E5F}"/>
              </a:ext>
            </a:extLst>
          </p:cNvPr>
          <p:cNvCxnSpPr>
            <a:cxnSpLocks/>
            <a:stCxn id="255" idx="2"/>
          </p:cNvCxnSpPr>
          <p:nvPr/>
        </p:nvCxnSpPr>
        <p:spPr>
          <a:xfrm>
            <a:off x="3074989" y="2968976"/>
            <a:ext cx="0" cy="5316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93" name="Google Shape;293;p17">
            <a:extLst>
              <a:ext uri="{FF2B5EF4-FFF2-40B4-BE49-F238E27FC236}">
                <a16:creationId xmlns:a16="http://schemas.microsoft.com/office/drawing/2014/main" id="{AF506CE9-C59E-83E0-0360-F9DFCC4D2C1F}"/>
              </a:ext>
            </a:extLst>
          </p:cNvPr>
          <p:cNvCxnSpPr>
            <a:cxnSpLocks/>
            <a:stCxn id="254" idx="3"/>
            <a:endCxn id="255" idx="1"/>
          </p:cNvCxnSpPr>
          <p:nvPr/>
        </p:nvCxnSpPr>
        <p:spPr>
          <a:xfrm>
            <a:off x="1838286" y="2552426"/>
            <a:ext cx="820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17">
            <a:extLst>
              <a:ext uri="{FF2B5EF4-FFF2-40B4-BE49-F238E27FC236}">
                <a16:creationId xmlns:a16="http://schemas.microsoft.com/office/drawing/2014/main" id="{45244C55-24C7-993B-BF33-8E7CFDE49464}"/>
              </a:ext>
            </a:extLst>
          </p:cNvPr>
          <p:cNvCxnSpPr>
            <a:stCxn id="255" idx="3"/>
            <a:endCxn id="256" idx="1"/>
          </p:cNvCxnSpPr>
          <p:nvPr/>
        </p:nvCxnSpPr>
        <p:spPr>
          <a:xfrm>
            <a:off x="3491539" y="2552426"/>
            <a:ext cx="2223887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17">
            <a:extLst>
              <a:ext uri="{FF2B5EF4-FFF2-40B4-BE49-F238E27FC236}">
                <a16:creationId xmlns:a16="http://schemas.microsoft.com/office/drawing/2014/main" id="{DC98F0D3-BBFB-B5E5-6AA7-E2DFBBC490A7}"/>
              </a:ext>
            </a:extLst>
          </p:cNvPr>
          <p:cNvCxnSpPr>
            <a:endCxn id="257" idx="1"/>
          </p:cNvCxnSpPr>
          <p:nvPr/>
        </p:nvCxnSpPr>
        <p:spPr>
          <a:xfrm>
            <a:off x="6548475" y="2552426"/>
            <a:ext cx="820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FFB14CC-86BF-E74F-E290-EA5C1171EFD1}"/>
              </a:ext>
            </a:extLst>
          </p:cNvPr>
          <p:cNvSpPr txBox="1"/>
          <p:nvPr/>
        </p:nvSpPr>
        <p:spPr>
          <a:xfrm>
            <a:off x="1042828" y="4434911"/>
            <a:ext cx="35291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Share Tech" panose="020B0604020202020204" charset="0"/>
              </a:rPr>
              <a:t>Best Performing Model Linear SVM</a:t>
            </a:r>
          </a:p>
        </p:txBody>
      </p:sp>
      <p:sp>
        <p:nvSpPr>
          <p:cNvPr id="18" name="Google Shape;254;p17">
            <a:extLst>
              <a:ext uri="{FF2B5EF4-FFF2-40B4-BE49-F238E27FC236}">
                <a16:creationId xmlns:a16="http://schemas.microsoft.com/office/drawing/2014/main" id="{B40F48E8-2FBF-CA63-93DC-A8FCE2C06BA1}"/>
              </a:ext>
            </a:extLst>
          </p:cNvPr>
          <p:cNvSpPr/>
          <p:nvPr/>
        </p:nvSpPr>
        <p:spPr>
          <a:xfrm>
            <a:off x="4216085" y="2155123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9" name="Google Shape;277;p17">
            <a:extLst>
              <a:ext uri="{FF2B5EF4-FFF2-40B4-BE49-F238E27FC236}">
                <a16:creationId xmlns:a16="http://schemas.microsoft.com/office/drawing/2014/main" id="{7C057BFD-7061-7EF2-355F-9E80E916B0EF}"/>
              </a:ext>
            </a:extLst>
          </p:cNvPr>
          <p:cNvGrpSpPr/>
          <p:nvPr/>
        </p:nvGrpSpPr>
        <p:grpSpPr>
          <a:xfrm>
            <a:off x="3899285" y="3430726"/>
            <a:ext cx="1553524" cy="820781"/>
            <a:chOff x="1271959" y="3299387"/>
            <a:chExt cx="1553524" cy="820781"/>
          </a:xfrm>
        </p:grpSpPr>
        <p:sp>
          <p:nvSpPr>
            <p:cNvPr id="20" name="Google Shape;278;p17">
              <a:extLst>
                <a:ext uri="{FF2B5EF4-FFF2-40B4-BE49-F238E27FC236}">
                  <a16:creationId xmlns:a16="http://schemas.microsoft.com/office/drawing/2014/main" id="{53FBE3C9-C478-7203-0EB2-6A309FC057F5}"/>
                </a:ext>
              </a:extLst>
            </p:cNvPr>
            <p:cNvSpPr txBox="1"/>
            <p:nvPr/>
          </p:nvSpPr>
          <p:spPr>
            <a:xfrm>
              <a:off x="1358783" y="3299387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21" name="Google Shape;279;p17">
              <a:extLst>
                <a:ext uri="{FF2B5EF4-FFF2-40B4-BE49-F238E27FC236}">
                  <a16:creationId xmlns:a16="http://schemas.microsoft.com/office/drawing/2014/main" id="{F9700558-DAEE-F365-235A-9562350948CA}"/>
                </a:ext>
              </a:extLst>
            </p:cNvPr>
            <p:cNvSpPr txBox="1"/>
            <p:nvPr/>
          </p:nvSpPr>
          <p:spPr>
            <a:xfrm>
              <a:off x="1271959" y="3439168"/>
              <a:ext cx="1466700" cy="6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AdaBoost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cxnSp>
        <p:nvCxnSpPr>
          <p:cNvPr id="22" name="Google Shape;289;p17">
            <a:extLst>
              <a:ext uri="{FF2B5EF4-FFF2-40B4-BE49-F238E27FC236}">
                <a16:creationId xmlns:a16="http://schemas.microsoft.com/office/drawing/2014/main" id="{4AB67659-231B-AC3E-A344-24D0AAAED713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4632635" y="2988223"/>
            <a:ext cx="0" cy="58228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" name="Google Shape;289;p17">
            <a:extLst>
              <a:ext uri="{FF2B5EF4-FFF2-40B4-BE49-F238E27FC236}">
                <a16:creationId xmlns:a16="http://schemas.microsoft.com/office/drawing/2014/main" id="{0B4204A8-82F7-0BFF-71EC-3EA12BCF0850}"/>
              </a:ext>
            </a:extLst>
          </p:cNvPr>
          <p:cNvCxnSpPr>
            <a:cxnSpLocks/>
            <a:stCxn id="253" idx="2"/>
            <a:endCxn id="18" idx="0"/>
          </p:cNvCxnSpPr>
          <p:nvPr/>
        </p:nvCxnSpPr>
        <p:spPr>
          <a:xfrm flipH="1">
            <a:off x="4632635" y="1699474"/>
            <a:ext cx="25" cy="455649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969051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D7DD8F4D-A761-4E64-6837-89F3D3352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>
            <a:extLst>
              <a:ext uri="{FF2B5EF4-FFF2-40B4-BE49-F238E27FC236}">
                <a16:creationId xmlns:a16="http://schemas.microsoft.com/office/drawing/2014/main" id="{B24CE955-740E-23F4-5033-0074337E6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539500"/>
            <a:ext cx="55792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6-Imbalanced Dataset Problem</a:t>
            </a:r>
            <a:endParaRPr dirty="0">
              <a:latin typeface="Share Tech" panose="020B0604020202020204" charset="0"/>
            </a:endParaRPr>
          </a:p>
        </p:txBody>
      </p:sp>
      <p:sp>
        <p:nvSpPr>
          <p:cNvPr id="191" name="Google Shape;191;p15">
            <a:extLst>
              <a:ext uri="{FF2B5EF4-FFF2-40B4-BE49-F238E27FC236}">
                <a16:creationId xmlns:a16="http://schemas.microsoft.com/office/drawing/2014/main" id="{F9370871-D879-64C9-D691-103DFC0122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388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8150" indent="-285750">
              <a:buSzPts val="1200"/>
            </a:pPr>
            <a:r>
              <a:rPr lang="en-US" sz="1800" dirty="0"/>
              <a:t>Imbalanced Dataset Problem</a:t>
            </a:r>
          </a:p>
          <a:p>
            <a:pPr marL="1066800" lvl="2" indent="0">
              <a:buSzPts val="1200"/>
              <a:buNone/>
            </a:pPr>
            <a:r>
              <a:rPr lang="en-US" sz="1600" dirty="0"/>
              <a:t>Some toxicity classes were rare:</a:t>
            </a:r>
          </a:p>
          <a:p>
            <a:pPr lvl="5" indent="-304800">
              <a:buSzPts val="1200"/>
              <a:buFont typeface="Maven Pro"/>
              <a:buChar char="●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Treat</a:t>
            </a:r>
          </a:p>
          <a:p>
            <a:pPr lvl="5" indent="-304800">
              <a:buSzPts val="1200"/>
              <a:buFont typeface="Maven Pro"/>
              <a:buChar char="●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Identity Heat</a:t>
            </a:r>
          </a:p>
          <a:p>
            <a:pPr lvl="5" indent="-304800">
              <a:buSzPts val="1200"/>
              <a:buFont typeface="Maven Pro"/>
              <a:buChar char="●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Severe Toxic</a:t>
            </a:r>
          </a:p>
          <a:p>
            <a:pPr marL="152400" indent="0">
              <a:buSzPts val="1200"/>
              <a:buNone/>
            </a:pPr>
            <a:endParaRPr lang="en-US" sz="1800" dirty="0"/>
          </a:p>
          <a:p>
            <a:pPr marL="438150" indent="-285750">
              <a:buSzPts val="1200"/>
            </a:pPr>
            <a:r>
              <a:rPr lang="en-US" sz="1800" dirty="0"/>
              <a:t>Solution (Threshold Tuning 0.3)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Improves minority class detection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Increase Recall and FI-score</a:t>
            </a:r>
          </a:p>
          <a:p>
            <a:pPr marL="781050" lvl="1" indent="-171450">
              <a:buSzPts val="1200"/>
              <a:buFont typeface="Arial" panose="020B0604020202020204" pitchFamily="34" charset="0"/>
              <a:buChar char="•"/>
            </a:pPr>
            <a:r>
              <a:rPr lang="en-US" dirty="0"/>
              <a:t>More suitable for NLP tasks than traditional oversampling </a:t>
            </a:r>
          </a:p>
          <a:p>
            <a:pPr marL="609600" lvl="1" indent="0">
              <a:buSzPts val="1200"/>
              <a:buNone/>
            </a:pPr>
            <a:r>
              <a:rPr lang="en-US" sz="1800" dirty="0"/>
              <a:t>Improved toxic class detection performance</a:t>
            </a:r>
            <a:endParaRPr lang="en-US" dirty="0"/>
          </a:p>
        </p:txBody>
      </p:sp>
      <p:grpSp>
        <p:nvGrpSpPr>
          <p:cNvPr id="192" name="Google Shape;192;p15">
            <a:extLst>
              <a:ext uri="{FF2B5EF4-FFF2-40B4-BE49-F238E27FC236}">
                <a16:creationId xmlns:a16="http://schemas.microsoft.com/office/drawing/2014/main" id="{A85A91E1-3C68-87C0-4219-533F02066D14}"/>
              </a:ext>
            </a:extLst>
          </p:cNvPr>
          <p:cNvGrpSpPr/>
          <p:nvPr/>
        </p:nvGrpSpPr>
        <p:grpSpPr>
          <a:xfrm rot="10800000">
            <a:off x="7327000" y="3631205"/>
            <a:ext cx="199001" cy="867198"/>
            <a:chOff x="4475150" y="4052605"/>
            <a:chExt cx="199001" cy="867198"/>
          </a:xfrm>
        </p:grpSpPr>
        <p:sp>
          <p:nvSpPr>
            <p:cNvPr id="193" name="Google Shape;193;p15">
              <a:extLst>
                <a:ext uri="{FF2B5EF4-FFF2-40B4-BE49-F238E27FC236}">
                  <a16:creationId xmlns:a16="http://schemas.microsoft.com/office/drawing/2014/main" id="{0823F3A3-87E5-282D-F34D-D8234B19AFB2}"/>
                </a:ext>
              </a:extLst>
            </p:cNvPr>
            <p:cNvSpPr/>
            <p:nvPr/>
          </p:nvSpPr>
          <p:spPr>
            <a:xfrm>
              <a:off x="4475150" y="4052605"/>
              <a:ext cx="199001" cy="220121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5">
              <a:extLst>
                <a:ext uri="{FF2B5EF4-FFF2-40B4-BE49-F238E27FC236}">
                  <a16:creationId xmlns:a16="http://schemas.microsoft.com/office/drawing/2014/main" id="{7153A2A4-384E-363C-2227-A4A98A0F8C4E}"/>
                </a:ext>
              </a:extLst>
            </p:cNvPr>
            <p:cNvSpPr/>
            <p:nvPr/>
          </p:nvSpPr>
          <p:spPr>
            <a:xfrm>
              <a:off x="4522600" y="4494201"/>
              <a:ext cx="104095" cy="115148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5">
              <a:extLst>
                <a:ext uri="{FF2B5EF4-FFF2-40B4-BE49-F238E27FC236}">
                  <a16:creationId xmlns:a16="http://schemas.microsoft.com/office/drawing/2014/main" id="{73DB5FFE-3A9E-4C00-B880-B01191A92CC9}"/>
                </a:ext>
              </a:extLst>
            </p:cNvPr>
            <p:cNvSpPr/>
            <p:nvPr/>
          </p:nvSpPr>
          <p:spPr>
            <a:xfrm>
              <a:off x="4534403" y="4830814"/>
              <a:ext cx="80477" cy="88990"/>
            </a:xfrm>
            <a:custGeom>
              <a:avLst/>
              <a:gdLst/>
              <a:ahLst/>
              <a:cxnLst/>
              <a:rect l="l" t="t" r="r" b="b"/>
              <a:pathLst>
                <a:path w="7594" h="7593" extrusionOk="0">
                  <a:moveTo>
                    <a:pt x="1" y="0"/>
                  </a:moveTo>
                  <a:lnTo>
                    <a:pt x="1" y="7593"/>
                  </a:lnTo>
                  <a:lnTo>
                    <a:pt x="7593" y="7593"/>
                  </a:lnTo>
                  <a:lnTo>
                    <a:pt x="75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" name="Google Shape;202;p15">
            <a:extLst>
              <a:ext uri="{FF2B5EF4-FFF2-40B4-BE49-F238E27FC236}">
                <a16:creationId xmlns:a16="http://schemas.microsoft.com/office/drawing/2014/main" id="{16931CA4-24DC-1F52-C8CF-AE1C67F416BA}"/>
              </a:ext>
            </a:extLst>
          </p:cNvPr>
          <p:cNvSpPr/>
          <p:nvPr/>
        </p:nvSpPr>
        <p:spPr>
          <a:xfrm>
            <a:off x="1049456" y="4251033"/>
            <a:ext cx="121434" cy="121434"/>
          </a:xfrm>
          <a:custGeom>
            <a:avLst/>
            <a:gdLst/>
            <a:ahLst/>
            <a:cxnLst/>
            <a:rect l="l" t="t" r="r" b="b"/>
            <a:pathLst>
              <a:path w="4634" h="4634" extrusionOk="0">
                <a:moveTo>
                  <a:pt x="1" y="0"/>
                </a:moveTo>
                <a:lnTo>
                  <a:pt x="1" y="4633"/>
                </a:lnTo>
                <a:lnTo>
                  <a:pt x="4634" y="4633"/>
                </a:lnTo>
                <a:lnTo>
                  <a:pt x="46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091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7-Evaluation</a:t>
            </a:r>
            <a:endParaRPr dirty="0"/>
          </a:p>
        </p:txBody>
      </p:sp>
      <p:grpSp>
        <p:nvGrpSpPr>
          <p:cNvPr id="361" name="Google Shape;361;p20"/>
          <p:cNvGrpSpPr/>
          <p:nvPr/>
        </p:nvGrpSpPr>
        <p:grpSpPr>
          <a:xfrm>
            <a:off x="4945863" y="1225175"/>
            <a:ext cx="2808899" cy="786947"/>
            <a:chOff x="4945863" y="1225175"/>
            <a:chExt cx="2808899" cy="786947"/>
          </a:xfrm>
        </p:grpSpPr>
        <p:sp>
          <p:nvSpPr>
            <p:cNvPr id="362" name="Google Shape;362;p20"/>
            <p:cNvSpPr txBox="1"/>
            <p:nvPr/>
          </p:nvSpPr>
          <p:spPr>
            <a:xfrm>
              <a:off x="4945863" y="1225175"/>
              <a:ext cx="768600" cy="457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01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363" name="Google Shape;363;p20"/>
            <p:cNvGrpSpPr/>
            <p:nvPr/>
          </p:nvGrpSpPr>
          <p:grpSpPr>
            <a:xfrm>
              <a:off x="5714450" y="1225175"/>
              <a:ext cx="2040312" cy="786947"/>
              <a:chOff x="713188" y="2403450"/>
              <a:chExt cx="2040312" cy="786947"/>
            </a:xfrm>
          </p:grpSpPr>
          <p:sp>
            <p:nvSpPr>
              <p:cNvPr id="364" name="Google Shape;364;p20"/>
              <p:cNvSpPr txBox="1"/>
              <p:nvPr/>
            </p:nvSpPr>
            <p:spPr>
              <a:xfrm>
                <a:off x="713200" y="2403450"/>
                <a:ext cx="2040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/>
                <a:r>
                  <a:rPr lang="en-US" sz="2000" dirty="0">
                    <a:solidFill>
                      <a:schemeClr val="tx1"/>
                    </a:solidFill>
                    <a:latin typeface="Share Tech" panose="020B0604020202020204" charset="0"/>
                  </a:rPr>
                  <a:t>Accuracy</a:t>
                </a:r>
                <a:endParaRPr sz="2000" dirty="0">
                  <a:solidFill>
                    <a:schemeClr val="tx1"/>
                  </a:solidFill>
                  <a:latin typeface="Share Tech" panose="020B0604020202020204" charset="0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365" name="Google Shape;365;p20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dirty="0">
                    <a:solidFill>
                      <a:schemeClr val="tx1"/>
                    </a:solidFill>
                  </a:rPr>
                  <a:t>Jigsaw Toxic Comment Dataset</a:t>
                </a:r>
                <a:endParaRPr dirty="0">
                  <a:solidFill>
                    <a:schemeClr val="tx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grpSp>
        <p:nvGrpSpPr>
          <p:cNvPr id="366" name="Google Shape;366;p20"/>
          <p:cNvGrpSpPr/>
          <p:nvPr/>
        </p:nvGrpSpPr>
        <p:grpSpPr>
          <a:xfrm>
            <a:off x="4945863" y="2090658"/>
            <a:ext cx="3079291" cy="786947"/>
            <a:chOff x="4945863" y="2090658"/>
            <a:chExt cx="3079291" cy="786947"/>
          </a:xfrm>
        </p:grpSpPr>
        <p:sp>
          <p:nvSpPr>
            <p:cNvPr id="367" name="Google Shape;367;p20"/>
            <p:cNvSpPr txBox="1"/>
            <p:nvPr/>
          </p:nvSpPr>
          <p:spPr>
            <a:xfrm>
              <a:off x="4945863" y="2090658"/>
              <a:ext cx="76860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02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368" name="Google Shape;368;p20"/>
            <p:cNvGrpSpPr/>
            <p:nvPr/>
          </p:nvGrpSpPr>
          <p:grpSpPr>
            <a:xfrm>
              <a:off x="5714450" y="2090658"/>
              <a:ext cx="2310704" cy="786947"/>
              <a:chOff x="713188" y="2403450"/>
              <a:chExt cx="2310704" cy="786947"/>
            </a:xfrm>
          </p:grpSpPr>
          <p:sp>
            <p:nvSpPr>
              <p:cNvPr id="369" name="Google Shape;369;p20"/>
              <p:cNvSpPr txBox="1"/>
              <p:nvPr/>
            </p:nvSpPr>
            <p:spPr>
              <a:xfrm>
                <a:off x="713200" y="2403450"/>
                <a:ext cx="231069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Text Preprocessing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370" name="Google Shape;370;p20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dirty="0">
                    <a:solidFill>
                      <a:schemeClr val="tx1"/>
                    </a:solidFill>
                    <a:latin typeface="Maven Pro" panose="020B0604020202020204" charset="0"/>
                  </a:rPr>
                  <a:t>Cleaning and normalization</a:t>
                </a:r>
                <a:endParaRPr dirty="0">
                  <a:solidFill>
                    <a:schemeClr val="tx1"/>
                  </a:solidFill>
                  <a:latin typeface="Maven Pro" panose="020B0604020202020204" charset="0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grpSp>
        <p:nvGrpSpPr>
          <p:cNvPr id="371" name="Google Shape;371;p20"/>
          <p:cNvGrpSpPr/>
          <p:nvPr/>
        </p:nvGrpSpPr>
        <p:grpSpPr>
          <a:xfrm>
            <a:off x="4945863" y="2956142"/>
            <a:ext cx="3276117" cy="786947"/>
            <a:chOff x="4945863" y="2956142"/>
            <a:chExt cx="3276117" cy="786947"/>
          </a:xfrm>
        </p:grpSpPr>
        <p:sp>
          <p:nvSpPr>
            <p:cNvPr id="372" name="Google Shape;372;p20"/>
            <p:cNvSpPr txBox="1"/>
            <p:nvPr/>
          </p:nvSpPr>
          <p:spPr>
            <a:xfrm>
              <a:off x="4945863" y="2956142"/>
              <a:ext cx="7686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03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373" name="Google Shape;373;p20"/>
            <p:cNvGrpSpPr/>
            <p:nvPr/>
          </p:nvGrpSpPr>
          <p:grpSpPr>
            <a:xfrm>
              <a:off x="5714450" y="2956142"/>
              <a:ext cx="2507530" cy="786947"/>
              <a:chOff x="713188" y="2403450"/>
              <a:chExt cx="2507530" cy="786947"/>
            </a:xfrm>
          </p:grpSpPr>
          <p:sp>
            <p:nvSpPr>
              <p:cNvPr id="374" name="Google Shape;374;p20"/>
              <p:cNvSpPr txBox="1"/>
              <p:nvPr/>
            </p:nvSpPr>
            <p:spPr>
              <a:xfrm>
                <a:off x="713200" y="2403450"/>
                <a:ext cx="2507518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/>
                <a:r>
                  <a:rPr lang="en-US" sz="2000" dirty="0">
                    <a:solidFill>
                      <a:schemeClr val="tx1"/>
                    </a:solidFill>
                    <a:latin typeface="Share Tech" panose="020B0604020202020204" charset="0"/>
                  </a:rPr>
                  <a:t>Feature Engineering</a:t>
                </a:r>
                <a:endParaRPr sz="2000" dirty="0">
                  <a:solidFill>
                    <a:schemeClr val="tx1"/>
                  </a:solidFill>
                  <a:latin typeface="Share Tech" panose="020B0604020202020204" charset="0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375" name="Google Shape;375;p20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dirty="0">
                    <a:solidFill>
                      <a:schemeClr val="tx1"/>
                    </a:solidFill>
                    <a:latin typeface="Maven Pro" panose="020B0604020202020204" charset="0"/>
                  </a:rPr>
                  <a:t>TF-IDF vectorization</a:t>
                </a:r>
                <a:endParaRPr dirty="0">
                  <a:solidFill>
                    <a:schemeClr val="tx1"/>
                  </a:solidFill>
                  <a:latin typeface="Maven Pro" panose="020B0604020202020204" charset="0"/>
                  <a:ea typeface="Maven Pro"/>
                  <a:cs typeface="Maven Pro"/>
                  <a:sym typeface="Maven Pro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grpSp>
        <p:nvGrpSpPr>
          <p:cNvPr id="376" name="Google Shape;376;p20"/>
          <p:cNvGrpSpPr/>
          <p:nvPr/>
        </p:nvGrpSpPr>
        <p:grpSpPr>
          <a:xfrm>
            <a:off x="4945863" y="3821625"/>
            <a:ext cx="2808899" cy="786947"/>
            <a:chOff x="4945863" y="3821625"/>
            <a:chExt cx="2808899" cy="786947"/>
          </a:xfrm>
        </p:grpSpPr>
        <p:sp>
          <p:nvSpPr>
            <p:cNvPr id="377" name="Google Shape;377;p20"/>
            <p:cNvSpPr txBox="1"/>
            <p:nvPr/>
          </p:nvSpPr>
          <p:spPr>
            <a:xfrm>
              <a:off x="4945863" y="3821625"/>
              <a:ext cx="768600" cy="457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04</a:t>
              </a:r>
              <a:endParaRPr sz="24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378" name="Google Shape;378;p20"/>
            <p:cNvGrpSpPr/>
            <p:nvPr/>
          </p:nvGrpSpPr>
          <p:grpSpPr>
            <a:xfrm>
              <a:off x="5714450" y="3821625"/>
              <a:ext cx="2040312" cy="786947"/>
              <a:chOff x="713188" y="2403450"/>
              <a:chExt cx="2040312" cy="786947"/>
            </a:xfrm>
          </p:grpSpPr>
          <p:sp>
            <p:nvSpPr>
              <p:cNvPr id="379" name="Google Shape;379;p20"/>
              <p:cNvSpPr txBox="1"/>
              <p:nvPr/>
            </p:nvSpPr>
            <p:spPr>
              <a:xfrm>
                <a:off x="713200" y="2403450"/>
                <a:ext cx="2040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lvl="0"/>
                <a:r>
                  <a:rPr lang="en-US" sz="2000" dirty="0">
                    <a:solidFill>
                      <a:schemeClr val="tx1"/>
                    </a:solidFill>
                    <a:latin typeface="Share Tech" panose="020B0604020202020204" charset="0"/>
                  </a:rPr>
                  <a:t>Model Training</a:t>
                </a:r>
                <a:endParaRPr sz="2000" dirty="0">
                  <a:solidFill>
                    <a:schemeClr val="tx1"/>
                  </a:solidFill>
                  <a:latin typeface="Share Tech" panose="020B0604020202020204" charset="0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380" name="Google Shape;380;p20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dirty="0">
                    <a:solidFill>
                      <a:schemeClr val="tx1"/>
                    </a:solidFill>
                    <a:latin typeface="Maven Pro" panose="020B0604020202020204" charset="0"/>
                  </a:rPr>
                  <a:t>ML classifiers for toxicity prediction</a:t>
                </a:r>
                <a:endParaRPr dirty="0">
                  <a:solidFill>
                    <a:schemeClr val="tx1"/>
                  </a:solidFill>
                  <a:latin typeface="Maven Pro" panose="020B0604020202020204" charset="0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sp>
        <p:nvSpPr>
          <p:cNvPr id="381" name="Google Shape;381;p20"/>
          <p:cNvSpPr txBox="1"/>
          <p:nvPr/>
        </p:nvSpPr>
        <p:spPr>
          <a:xfrm>
            <a:off x="692569" y="1248248"/>
            <a:ext cx="350556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2000" dirty="0">
                <a:solidFill>
                  <a:schemeClr val="tx1"/>
                </a:solidFill>
                <a:latin typeface="Share Tech" panose="020B0604020202020204" charset="0"/>
              </a:rPr>
              <a:t>Model Performance Evaluation</a:t>
            </a:r>
            <a:endParaRPr sz="2000" dirty="0">
              <a:solidFill>
                <a:schemeClr val="tx1"/>
              </a:solidFill>
              <a:latin typeface="Share Tech" panose="020B0604020202020204" charset="0"/>
              <a:ea typeface="Share Tech"/>
              <a:cs typeface="Share Tech"/>
              <a:sym typeface="Share Tech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1118846" y="1702096"/>
            <a:ext cx="1431857" cy="1177323"/>
          </a:xfrm>
          <a:custGeom>
            <a:avLst/>
            <a:gdLst/>
            <a:ahLst/>
            <a:cxnLst/>
            <a:rect l="l" t="t" r="r" b="b"/>
            <a:pathLst>
              <a:path w="105887" h="87064" extrusionOk="0">
                <a:moveTo>
                  <a:pt x="0" y="0"/>
                </a:moveTo>
                <a:lnTo>
                  <a:pt x="0" y="39127"/>
                </a:lnTo>
                <a:lnTo>
                  <a:pt x="0" y="61490"/>
                </a:lnTo>
                <a:lnTo>
                  <a:pt x="0" y="87063"/>
                </a:lnTo>
                <a:lnTo>
                  <a:pt x="27746" y="87063"/>
                </a:lnTo>
                <a:lnTo>
                  <a:pt x="27702" y="87018"/>
                </a:lnTo>
                <a:lnTo>
                  <a:pt x="27746" y="87018"/>
                </a:lnTo>
                <a:cubicBezTo>
                  <a:pt x="28526" y="87017"/>
                  <a:pt x="29307" y="86929"/>
                  <a:pt x="30093" y="86882"/>
                </a:cubicBezTo>
                <a:cubicBezTo>
                  <a:pt x="29069" y="75368"/>
                  <a:pt x="34002" y="68233"/>
                  <a:pt x="43187" y="67938"/>
                </a:cubicBezTo>
                <a:cubicBezTo>
                  <a:pt x="43363" y="67933"/>
                  <a:pt x="43538" y="67930"/>
                  <a:pt x="43713" y="67930"/>
                </a:cubicBezTo>
                <a:cubicBezTo>
                  <a:pt x="47496" y="67930"/>
                  <a:pt x="50915" y="69263"/>
                  <a:pt x="53581" y="72088"/>
                </a:cubicBezTo>
                <a:cubicBezTo>
                  <a:pt x="57521" y="76263"/>
                  <a:pt x="58510" y="81240"/>
                  <a:pt x="56917" y="86706"/>
                </a:cubicBezTo>
                <a:cubicBezTo>
                  <a:pt x="57387" y="86850"/>
                  <a:pt x="57613" y="86978"/>
                  <a:pt x="57837" y="86979"/>
                </a:cubicBezTo>
                <a:cubicBezTo>
                  <a:pt x="66964" y="86999"/>
                  <a:pt x="76090" y="86977"/>
                  <a:pt x="85217" y="87042"/>
                </a:cubicBezTo>
                <a:cubicBezTo>
                  <a:pt x="85230" y="87042"/>
                  <a:pt x="85243" y="87042"/>
                  <a:pt x="85255" y="87042"/>
                </a:cubicBezTo>
                <a:cubicBezTo>
                  <a:pt x="85418" y="87042"/>
                  <a:pt x="85562" y="87030"/>
                  <a:pt x="85695" y="87013"/>
                </a:cubicBezTo>
                <a:lnTo>
                  <a:pt x="86948" y="87013"/>
                </a:lnTo>
                <a:lnTo>
                  <a:pt x="86948" y="85755"/>
                </a:lnTo>
                <a:cubicBezTo>
                  <a:pt x="86986" y="85428"/>
                  <a:pt x="86977" y="85061"/>
                  <a:pt x="86977" y="84681"/>
                </a:cubicBezTo>
                <a:cubicBezTo>
                  <a:pt x="86965" y="76274"/>
                  <a:pt x="86968" y="67866"/>
                  <a:pt x="86976" y="59457"/>
                </a:cubicBezTo>
                <a:cubicBezTo>
                  <a:pt x="86977" y="58620"/>
                  <a:pt x="87049" y="57783"/>
                  <a:pt x="87088" y="56932"/>
                </a:cubicBezTo>
                <a:cubicBezTo>
                  <a:pt x="88215" y="57058"/>
                  <a:pt x="89301" y="57121"/>
                  <a:pt x="90345" y="57121"/>
                </a:cubicBezTo>
                <a:cubicBezTo>
                  <a:pt x="99487" y="57121"/>
                  <a:pt x="105302" y="52350"/>
                  <a:pt x="105684" y="44467"/>
                </a:cubicBezTo>
                <a:cubicBezTo>
                  <a:pt x="105887" y="40301"/>
                  <a:pt x="104627" y="36665"/>
                  <a:pt x="101697" y="33784"/>
                </a:cubicBezTo>
                <a:cubicBezTo>
                  <a:pt x="98900" y="31033"/>
                  <a:pt x="95669" y="29770"/>
                  <a:pt x="92073" y="29770"/>
                </a:cubicBezTo>
                <a:cubicBezTo>
                  <a:pt x="90457" y="29770"/>
                  <a:pt x="88767" y="30025"/>
                  <a:pt x="87010" y="30514"/>
                </a:cubicBezTo>
                <a:lnTo>
                  <a:pt x="87010" y="334"/>
                </a:lnTo>
                <a:cubicBezTo>
                  <a:pt x="86957" y="326"/>
                  <a:pt x="86909" y="320"/>
                  <a:pt x="86859" y="313"/>
                </a:cubicBezTo>
                <a:lnTo>
                  <a:pt x="868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2370137" y="3205325"/>
            <a:ext cx="1431870" cy="1177323"/>
          </a:xfrm>
          <a:custGeom>
            <a:avLst/>
            <a:gdLst/>
            <a:ahLst/>
            <a:cxnLst/>
            <a:rect l="l" t="t" r="r" b="b"/>
            <a:pathLst>
              <a:path w="105888" h="87064" extrusionOk="0">
                <a:moveTo>
                  <a:pt x="78142" y="0"/>
                </a:moveTo>
                <a:lnTo>
                  <a:pt x="78187" y="46"/>
                </a:lnTo>
                <a:lnTo>
                  <a:pt x="78142" y="46"/>
                </a:lnTo>
                <a:cubicBezTo>
                  <a:pt x="77361" y="46"/>
                  <a:pt x="76580" y="134"/>
                  <a:pt x="75795" y="182"/>
                </a:cubicBezTo>
                <a:cubicBezTo>
                  <a:pt x="76818" y="11694"/>
                  <a:pt x="71886" y="18831"/>
                  <a:pt x="62701" y="19125"/>
                </a:cubicBezTo>
                <a:cubicBezTo>
                  <a:pt x="62525" y="19131"/>
                  <a:pt x="62350" y="19134"/>
                  <a:pt x="62175" y="19134"/>
                </a:cubicBezTo>
                <a:cubicBezTo>
                  <a:pt x="58391" y="19134"/>
                  <a:pt x="54972" y="17801"/>
                  <a:pt x="52306" y="14976"/>
                </a:cubicBezTo>
                <a:cubicBezTo>
                  <a:pt x="48366" y="10801"/>
                  <a:pt x="47377" y="5824"/>
                  <a:pt x="48971" y="356"/>
                </a:cubicBezTo>
                <a:cubicBezTo>
                  <a:pt x="48500" y="214"/>
                  <a:pt x="48276" y="86"/>
                  <a:pt x="48050" y="85"/>
                </a:cubicBezTo>
                <a:cubicBezTo>
                  <a:pt x="38923" y="65"/>
                  <a:pt x="29797" y="86"/>
                  <a:pt x="20671" y="21"/>
                </a:cubicBezTo>
                <a:cubicBezTo>
                  <a:pt x="20664" y="21"/>
                  <a:pt x="20657" y="21"/>
                  <a:pt x="20650" y="21"/>
                </a:cubicBezTo>
                <a:cubicBezTo>
                  <a:pt x="20480" y="21"/>
                  <a:pt x="20331" y="33"/>
                  <a:pt x="20192" y="51"/>
                </a:cubicBezTo>
                <a:lnTo>
                  <a:pt x="18939" y="51"/>
                </a:lnTo>
                <a:lnTo>
                  <a:pt x="18939" y="1308"/>
                </a:lnTo>
                <a:cubicBezTo>
                  <a:pt x="18901" y="1636"/>
                  <a:pt x="18910" y="2003"/>
                  <a:pt x="18911" y="2382"/>
                </a:cubicBezTo>
                <a:cubicBezTo>
                  <a:pt x="18923" y="10790"/>
                  <a:pt x="18919" y="19198"/>
                  <a:pt x="18911" y="27606"/>
                </a:cubicBezTo>
                <a:cubicBezTo>
                  <a:pt x="18910" y="28444"/>
                  <a:pt x="18838" y="29281"/>
                  <a:pt x="18799" y="30132"/>
                </a:cubicBezTo>
                <a:cubicBezTo>
                  <a:pt x="17672" y="30005"/>
                  <a:pt x="16585" y="29943"/>
                  <a:pt x="15541" y="29943"/>
                </a:cubicBezTo>
                <a:cubicBezTo>
                  <a:pt x="6399" y="29943"/>
                  <a:pt x="585" y="34714"/>
                  <a:pt x="203" y="42596"/>
                </a:cubicBezTo>
                <a:cubicBezTo>
                  <a:pt x="1" y="46762"/>
                  <a:pt x="1261" y="50399"/>
                  <a:pt x="4191" y="53280"/>
                </a:cubicBezTo>
                <a:cubicBezTo>
                  <a:pt x="6988" y="56031"/>
                  <a:pt x="10220" y="57293"/>
                  <a:pt x="13816" y="57293"/>
                </a:cubicBezTo>
                <a:cubicBezTo>
                  <a:pt x="15432" y="57293"/>
                  <a:pt x="17121" y="57038"/>
                  <a:pt x="18877" y="56549"/>
                </a:cubicBezTo>
                <a:lnTo>
                  <a:pt x="18877" y="86730"/>
                </a:lnTo>
                <a:cubicBezTo>
                  <a:pt x="18932" y="86736"/>
                  <a:pt x="18979" y="86743"/>
                  <a:pt x="19029" y="86750"/>
                </a:cubicBezTo>
                <a:lnTo>
                  <a:pt x="19029" y="87064"/>
                </a:lnTo>
                <a:lnTo>
                  <a:pt x="105887" y="87064"/>
                </a:lnTo>
                <a:lnTo>
                  <a:pt x="105887" y="47937"/>
                </a:lnTo>
                <a:lnTo>
                  <a:pt x="105887" y="25572"/>
                </a:lnTo>
                <a:lnTo>
                  <a:pt x="10588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0"/>
          <p:cNvSpPr/>
          <p:nvPr/>
        </p:nvSpPr>
        <p:spPr>
          <a:xfrm>
            <a:off x="2622075" y="1699473"/>
            <a:ext cx="1177309" cy="1429423"/>
          </a:xfrm>
          <a:custGeom>
            <a:avLst/>
            <a:gdLst/>
            <a:ahLst/>
            <a:cxnLst/>
            <a:rect l="l" t="t" r="r" b="b"/>
            <a:pathLst>
              <a:path w="87063" h="105707" extrusionOk="0">
                <a:moveTo>
                  <a:pt x="0" y="0"/>
                </a:moveTo>
                <a:lnTo>
                  <a:pt x="0" y="27746"/>
                </a:lnTo>
                <a:lnTo>
                  <a:pt x="44" y="27702"/>
                </a:lnTo>
                <a:lnTo>
                  <a:pt x="44" y="27746"/>
                </a:lnTo>
                <a:cubicBezTo>
                  <a:pt x="45" y="28527"/>
                  <a:pt x="134" y="29307"/>
                  <a:pt x="182" y="30093"/>
                </a:cubicBezTo>
                <a:cubicBezTo>
                  <a:pt x="1184" y="30004"/>
                  <a:pt x="2152" y="29960"/>
                  <a:pt x="3086" y="29960"/>
                </a:cubicBezTo>
                <a:cubicBezTo>
                  <a:pt x="12884" y="29960"/>
                  <a:pt x="18855" y="34802"/>
                  <a:pt x="19125" y="43187"/>
                </a:cubicBezTo>
                <a:cubicBezTo>
                  <a:pt x="19253" y="47180"/>
                  <a:pt x="17931" y="50792"/>
                  <a:pt x="14975" y="53582"/>
                </a:cubicBezTo>
                <a:cubicBezTo>
                  <a:pt x="12061" y="56332"/>
                  <a:pt x="8756" y="57644"/>
                  <a:pt x="5167" y="57644"/>
                </a:cubicBezTo>
                <a:cubicBezTo>
                  <a:pt x="3614" y="57644"/>
                  <a:pt x="2007" y="57399"/>
                  <a:pt x="356" y="56917"/>
                </a:cubicBezTo>
                <a:cubicBezTo>
                  <a:pt x="213" y="57387"/>
                  <a:pt x="84" y="57613"/>
                  <a:pt x="84" y="57838"/>
                </a:cubicBezTo>
                <a:cubicBezTo>
                  <a:pt x="64" y="66964"/>
                  <a:pt x="85" y="76092"/>
                  <a:pt x="21" y="85217"/>
                </a:cubicBezTo>
                <a:cubicBezTo>
                  <a:pt x="20" y="85396"/>
                  <a:pt x="32" y="85551"/>
                  <a:pt x="50" y="85695"/>
                </a:cubicBezTo>
                <a:lnTo>
                  <a:pt x="50" y="86949"/>
                </a:lnTo>
                <a:lnTo>
                  <a:pt x="1308" y="86949"/>
                </a:lnTo>
                <a:cubicBezTo>
                  <a:pt x="1523" y="86974"/>
                  <a:pt x="1754" y="86979"/>
                  <a:pt x="1994" y="86979"/>
                </a:cubicBezTo>
                <a:cubicBezTo>
                  <a:pt x="2121" y="86979"/>
                  <a:pt x="2250" y="86977"/>
                  <a:pt x="2381" y="86977"/>
                </a:cubicBezTo>
                <a:cubicBezTo>
                  <a:pt x="6289" y="86972"/>
                  <a:pt x="10198" y="86969"/>
                  <a:pt x="14106" y="86969"/>
                </a:cubicBezTo>
                <a:cubicBezTo>
                  <a:pt x="18606" y="86969"/>
                  <a:pt x="23105" y="86972"/>
                  <a:pt x="27605" y="86977"/>
                </a:cubicBezTo>
                <a:cubicBezTo>
                  <a:pt x="28442" y="86977"/>
                  <a:pt x="29280" y="87049"/>
                  <a:pt x="30131" y="87088"/>
                </a:cubicBezTo>
                <a:cubicBezTo>
                  <a:pt x="28894" y="98090"/>
                  <a:pt x="33813" y="105259"/>
                  <a:pt x="42595" y="105686"/>
                </a:cubicBezTo>
                <a:cubicBezTo>
                  <a:pt x="42881" y="105700"/>
                  <a:pt x="43163" y="105706"/>
                  <a:pt x="43444" y="105706"/>
                </a:cubicBezTo>
                <a:cubicBezTo>
                  <a:pt x="47257" y="105706"/>
                  <a:pt x="50596" y="104426"/>
                  <a:pt x="53280" y="101697"/>
                </a:cubicBezTo>
                <a:cubicBezTo>
                  <a:pt x="57266" y="97644"/>
                  <a:pt x="58126" y="92677"/>
                  <a:pt x="56548" y="87010"/>
                </a:cubicBezTo>
                <a:lnTo>
                  <a:pt x="86730" y="87010"/>
                </a:lnTo>
                <a:cubicBezTo>
                  <a:pt x="86736" y="86957"/>
                  <a:pt x="86743" y="86910"/>
                  <a:pt x="86749" y="86859"/>
                </a:cubicBezTo>
                <a:lnTo>
                  <a:pt x="87062" y="86859"/>
                </a:lnTo>
                <a:lnTo>
                  <a:pt x="870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1121469" y="2953225"/>
            <a:ext cx="1177323" cy="1429409"/>
          </a:xfrm>
          <a:custGeom>
            <a:avLst/>
            <a:gdLst/>
            <a:ahLst/>
            <a:cxnLst/>
            <a:rect l="l" t="t" r="r" b="b"/>
            <a:pathLst>
              <a:path w="87064" h="105706" extrusionOk="0">
                <a:moveTo>
                  <a:pt x="43615" y="0"/>
                </a:moveTo>
                <a:cubicBezTo>
                  <a:pt x="39804" y="0"/>
                  <a:pt x="36467" y="1281"/>
                  <a:pt x="33783" y="4009"/>
                </a:cubicBezTo>
                <a:cubicBezTo>
                  <a:pt x="29796" y="8062"/>
                  <a:pt x="28937" y="13029"/>
                  <a:pt x="30514" y="18696"/>
                </a:cubicBezTo>
                <a:lnTo>
                  <a:pt x="333" y="18696"/>
                </a:lnTo>
                <a:cubicBezTo>
                  <a:pt x="326" y="18750"/>
                  <a:pt x="320" y="18797"/>
                  <a:pt x="313" y="18848"/>
                </a:cubicBezTo>
                <a:lnTo>
                  <a:pt x="0" y="18848"/>
                </a:lnTo>
                <a:lnTo>
                  <a:pt x="0" y="105706"/>
                </a:lnTo>
                <a:lnTo>
                  <a:pt x="87063" y="105706"/>
                </a:lnTo>
                <a:lnTo>
                  <a:pt x="87063" y="77960"/>
                </a:lnTo>
                <a:lnTo>
                  <a:pt x="87018" y="78005"/>
                </a:lnTo>
                <a:lnTo>
                  <a:pt x="87018" y="77960"/>
                </a:lnTo>
                <a:cubicBezTo>
                  <a:pt x="87017" y="77179"/>
                  <a:pt x="86929" y="76399"/>
                  <a:pt x="86882" y="75613"/>
                </a:cubicBezTo>
                <a:cubicBezTo>
                  <a:pt x="85880" y="75702"/>
                  <a:pt x="84911" y="75746"/>
                  <a:pt x="83977" y="75746"/>
                </a:cubicBezTo>
                <a:cubicBezTo>
                  <a:pt x="74178" y="75746"/>
                  <a:pt x="68207" y="70905"/>
                  <a:pt x="67937" y="62520"/>
                </a:cubicBezTo>
                <a:cubicBezTo>
                  <a:pt x="67809" y="58526"/>
                  <a:pt x="69132" y="54913"/>
                  <a:pt x="72088" y="52124"/>
                </a:cubicBezTo>
                <a:cubicBezTo>
                  <a:pt x="75001" y="49374"/>
                  <a:pt x="78306" y="48062"/>
                  <a:pt x="81895" y="48062"/>
                </a:cubicBezTo>
                <a:cubicBezTo>
                  <a:pt x="83448" y="48062"/>
                  <a:pt x="85055" y="48308"/>
                  <a:pt x="86706" y="48789"/>
                </a:cubicBezTo>
                <a:cubicBezTo>
                  <a:pt x="86850" y="48319"/>
                  <a:pt x="86978" y="48094"/>
                  <a:pt x="86979" y="47868"/>
                </a:cubicBezTo>
                <a:cubicBezTo>
                  <a:pt x="86998" y="38742"/>
                  <a:pt x="86977" y="29615"/>
                  <a:pt x="87042" y="20489"/>
                </a:cubicBezTo>
                <a:cubicBezTo>
                  <a:pt x="87044" y="20310"/>
                  <a:pt x="87031" y="20155"/>
                  <a:pt x="87012" y="20011"/>
                </a:cubicBezTo>
                <a:lnTo>
                  <a:pt x="87012" y="18757"/>
                </a:lnTo>
                <a:lnTo>
                  <a:pt x="85754" y="18757"/>
                </a:lnTo>
                <a:cubicBezTo>
                  <a:pt x="85541" y="18733"/>
                  <a:pt x="85312" y="18728"/>
                  <a:pt x="85073" y="18728"/>
                </a:cubicBezTo>
                <a:cubicBezTo>
                  <a:pt x="84945" y="18728"/>
                  <a:pt x="84814" y="18729"/>
                  <a:pt x="84681" y="18730"/>
                </a:cubicBezTo>
                <a:cubicBezTo>
                  <a:pt x="80686" y="18735"/>
                  <a:pt x="76690" y="18737"/>
                  <a:pt x="72695" y="18737"/>
                </a:cubicBezTo>
                <a:cubicBezTo>
                  <a:pt x="68282" y="18737"/>
                  <a:pt x="63870" y="18734"/>
                  <a:pt x="59457" y="18730"/>
                </a:cubicBezTo>
                <a:cubicBezTo>
                  <a:pt x="58620" y="18729"/>
                  <a:pt x="57783" y="18658"/>
                  <a:pt x="56931" y="18618"/>
                </a:cubicBezTo>
                <a:cubicBezTo>
                  <a:pt x="58169" y="7616"/>
                  <a:pt x="53249" y="447"/>
                  <a:pt x="44467" y="21"/>
                </a:cubicBezTo>
                <a:cubicBezTo>
                  <a:pt x="44181" y="7"/>
                  <a:pt x="43897" y="0"/>
                  <a:pt x="436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Evaluation Accuracy</a:t>
            </a:r>
            <a:endParaRPr dirty="0"/>
          </a:p>
        </p:txBody>
      </p:sp>
      <p:grpSp>
        <p:nvGrpSpPr>
          <p:cNvPr id="614" name="Google Shape;614;p26"/>
          <p:cNvGrpSpPr/>
          <p:nvPr/>
        </p:nvGrpSpPr>
        <p:grpSpPr>
          <a:xfrm>
            <a:off x="6316122" y="2974530"/>
            <a:ext cx="1524050" cy="533400"/>
            <a:chOff x="6425850" y="2490779"/>
            <a:chExt cx="1524050" cy="533400"/>
          </a:xfrm>
        </p:grpSpPr>
        <p:sp>
          <p:nvSpPr>
            <p:cNvPr id="615" name="Google Shape;615;p26"/>
            <p:cNvSpPr/>
            <p:nvPr/>
          </p:nvSpPr>
          <p:spPr>
            <a:xfrm>
              <a:off x="6425850" y="2490779"/>
              <a:ext cx="1453500" cy="5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7801700" y="2672879"/>
              <a:ext cx="148200" cy="169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" name="Google Shape;617;p26"/>
          <p:cNvSpPr/>
          <p:nvPr/>
        </p:nvSpPr>
        <p:spPr>
          <a:xfrm>
            <a:off x="6374322" y="3038430"/>
            <a:ext cx="1337100" cy="4056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26"/>
          <p:cNvSpPr/>
          <p:nvPr/>
        </p:nvSpPr>
        <p:spPr>
          <a:xfrm>
            <a:off x="6374322" y="3038426"/>
            <a:ext cx="409500" cy="4056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9" name="Google Shape;619;p26"/>
          <p:cNvGrpSpPr/>
          <p:nvPr/>
        </p:nvGrpSpPr>
        <p:grpSpPr>
          <a:xfrm>
            <a:off x="1084364" y="2974530"/>
            <a:ext cx="1524050" cy="533400"/>
            <a:chOff x="1194117" y="2490779"/>
            <a:chExt cx="1524050" cy="533400"/>
          </a:xfrm>
        </p:grpSpPr>
        <p:sp>
          <p:nvSpPr>
            <p:cNvPr id="620" name="Google Shape;620;p26"/>
            <p:cNvSpPr/>
            <p:nvPr/>
          </p:nvSpPr>
          <p:spPr>
            <a:xfrm>
              <a:off x="2569967" y="2672879"/>
              <a:ext cx="148200" cy="169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1194117" y="2490779"/>
              <a:ext cx="1453500" cy="5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2" name="Google Shape;622;p26"/>
          <p:cNvSpPr/>
          <p:nvPr/>
        </p:nvSpPr>
        <p:spPr>
          <a:xfrm>
            <a:off x="1142564" y="3038430"/>
            <a:ext cx="1337100" cy="4056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6"/>
          <p:cNvSpPr/>
          <p:nvPr/>
        </p:nvSpPr>
        <p:spPr>
          <a:xfrm>
            <a:off x="1142564" y="3038430"/>
            <a:ext cx="795600" cy="4056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4" name="Google Shape;624;p26"/>
          <p:cNvGrpSpPr/>
          <p:nvPr/>
        </p:nvGrpSpPr>
        <p:grpSpPr>
          <a:xfrm>
            <a:off x="2828284" y="2974530"/>
            <a:ext cx="1524050" cy="533400"/>
            <a:chOff x="2938037" y="2490779"/>
            <a:chExt cx="1524050" cy="533400"/>
          </a:xfrm>
        </p:grpSpPr>
        <p:sp>
          <p:nvSpPr>
            <p:cNvPr id="625" name="Google Shape;625;p26"/>
            <p:cNvSpPr/>
            <p:nvPr/>
          </p:nvSpPr>
          <p:spPr>
            <a:xfrm>
              <a:off x="2938037" y="2490779"/>
              <a:ext cx="1453500" cy="5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4313887" y="2672879"/>
              <a:ext cx="148200" cy="169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7" name="Google Shape;627;p26"/>
          <p:cNvSpPr/>
          <p:nvPr/>
        </p:nvSpPr>
        <p:spPr>
          <a:xfrm>
            <a:off x="2890069" y="3038430"/>
            <a:ext cx="1337100" cy="4056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6"/>
          <p:cNvSpPr/>
          <p:nvPr/>
        </p:nvSpPr>
        <p:spPr>
          <a:xfrm>
            <a:off x="2886484" y="3038430"/>
            <a:ext cx="1206900" cy="4056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9" name="Google Shape;629;p26"/>
          <p:cNvGrpSpPr/>
          <p:nvPr/>
        </p:nvGrpSpPr>
        <p:grpSpPr>
          <a:xfrm>
            <a:off x="4572203" y="2974476"/>
            <a:ext cx="1524050" cy="533400"/>
            <a:chOff x="4681931" y="2490725"/>
            <a:chExt cx="1524050" cy="533400"/>
          </a:xfrm>
        </p:grpSpPr>
        <p:sp>
          <p:nvSpPr>
            <p:cNvPr id="630" name="Google Shape;630;p26"/>
            <p:cNvSpPr/>
            <p:nvPr/>
          </p:nvSpPr>
          <p:spPr>
            <a:xfrm>
              <a:off x="4681931" y="2490725"/>
              <a:ext cx="1453500" cy="533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6057781" y="2662017"/>
              <a:ext cx="148200" cy="190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2" name="Google Shape;632;p26"/>
          <p:cNvSpPr/>
          <p:nvPr/>
        </p:nvSpPr>
        <p:spPr>
          <a:xfrm>
            <a:off x="4630397" y="3038501"/>
            <a:ext cx="1337100" cy="4056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6"/>
          <p:cNvSpPr/>
          <p:nvPr/>
        </p:nvSpPr>
        <p:spPr>
          <a:xfrm>
            <a:off x="4630397" y="3038501"/>
            <a:ext cx="932700" cy="4056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26"/>
          <p:cNvGrpSpPr/>
          <p:nvPr/>
        </p:nvGrpSpPr>
        <p:grpSpPr>
          <a:xfrm>
            <a:off x="1119476" y="2451451"/>
            <a:ext cx="1453826" cy="2104623"/>
            <a:chOff x="1229204" y="1967700"/>
            <a:chExt cx="1453826" cy="2104623"/>
          </a:xfrm>
        </p:grpSpPr>
        <p:grpSp>
          <p:nvGrpSpPr>
            <p:cNvPr id="635" name="Google Shape;635;p26"/>
            <p:cNvGrpSpPr/>
            <p:nvPr/>
          </p:nvGrpSpPr>
          <p:grpSpPr>
            <a:xfrm>
              <a:off x="1229204" y="3088894"/>
              <a:ext cx="1453826" cy="983430"/>
              <a:chOff x="1228601" y="3299388"/>
              <a:chExt cx="1596909" cy="983430"/>
            </a:xfrm>
          </p:grpSpPr>
          <p:sp>
            <p:nvSpPr>
              <p:cNvPr id="636" name="Google Shape;636;p26"/>
              <p:cNvSpPr txBox="1"/>
              <p:nvPr/>
            </p:nvSpPr>
            <p:spPr>
              <a:xfrm>
                <a:off x="1228610" y="3299388"/>
                <a:ext cx="1596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Accuracy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637" name="Google Shape;637;p26"/>
              <p:cNvSpPr txBox="1"/>
              <p:nvPr/>
            </p:nvSpPr>
            <p:spPr>
              <a:xfrm>
                <a:off x="1228601" y="3601818"/>
                <a:ext cx="1596900" cy="6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sp>
          <p:nvSpPr>
            <p:cNvPr id="638" name="Google Shape;638;p26"/>
            <p:cNvSpPr txBox="1"/>
            <p:nvPr/>
          </p:nvSpPr>
          <p:spPr>
            <a:xfrm>
              <a:off x="1571817" y="19677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accen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60%</a:t>
              </a:r>
              <a:endParaRPr sz="2400" dirty="0">
                <a:solidFill>
                  <a:schemeClr val="accen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639" name="Google Shape;639;p26"/>
          <p:cNvGrpSpPr/>
          <p:nvPr/>
        </p:nvGrpSpPr>
        <p:grpSpPr>
          <a:xfrm>
            <a:off x="2863396" y="2451451"/>
            <a:ext cx="1453826" cy="2104623"/>
            <a:chOff x="2973124" y="1967700"/>
            <a:chExt cx="1453826" cy="2104623"/>
          </a:xfrm>
        </p:grpSpPr>
        <p:grpSp>
          <p:nvGrpSpPr>
            <p:cNvPr id="640" name="Google Shape;640;p26"/>
            <p:cNvGrpSpPr/>
            <p:nvPr/>
          </p:nvGrpSpPr>
          <p:grpSpPr>
            <a:xfrm>
              <a:off x="2973124" y="3088894"/>
              <a:ext cx="1453826" cy="983430"/>
              <a:chOff x="1228601" y="3299388"/>
              <a:chExt cx="1596909" cy="983430"/>
            </a:xfrm>
          </p:grpSpPr>
          <p:sp>
            <p:nvSpPr>
              <p:cNvPr id="641" name="Google Shape;641;p26"/>
              <p:cNvSpPr txBox="1"/>
              <p:nvPr/>
            </p:nvSpPr>
            <p:spPr>
              <a:xfrm>
                <a:off x="1228610" y="3299388"/>
                <a:ext cx="1596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F1-score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642" name="Google Shape;642;p26"/>
              <p:cNvSpPr txBox="1"/>
              <p:nvPr/>
            </p:nvSpPr>
            <p:spPr>
              <a:xfrm>
                <a:off x="1228601" y="3601818"/>
                <a:ext cx="1596900" cy="6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sp>
          <p:nvSpPr>
            <p:cNvPr id="643" name="Google Shape;643;p26"/>
            <p:cNvSpPr txBox="1"/>
            <p:nvPr/>
          </p:nvSpPr>
          <p:spPr>
            <a:xfrm>
              <a:off x="3315737" y="19677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90%</a:t>
              </a:r>
              <a:endParaRPr sz="2400">
                <a:solidFill>
                  <a:schemeClr val="accent3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644" name="Google Shape;644;p26"/>
          <p:cNvGrpSpPr/>
          <p:nvPr/>
        </p:nvGrpSpPr>
        <p:grpSpPr>
          <a:xfrm>
            <a:off x="4607315" y="2451451"/>
            <a:ext cx="1453826" cy="2104623"/>
            <a:chOff x="4717043" y="1967700"/>
            <a:chExt cx="1453826" cy="2104623"/>
          </a:xfrm>
        </p:grpSpPr>
        <p:grpSp>
          <p:nvGrpSpPr>
            <p:cNvPr id="645" name="Google Shape;645;p26"/>
            <p:cNvGrpSpPr/>
            <p:nvPr/>
          </p:nvGrpSpPr>
          <p:grpSpPr>
            <a:xfrm>
              <a:off x="4717043" y="3088894"/>
              <a:ext cx="1453826" cy="983430"/>
              <a:chOff x="1228601" y="3299388"/>
              <a:chExt cx="1596909" cy="983430"/>
            </a:xfrm>
          </p:grpSpPr>
          <p:sp>
            <p:nvSpPr>
              <p:cNvPr id="646" name="Google Shape;646;p26"/>
              <p:cNvSpPr txBox="1"/>
              <p:nvPr/>
            </p:nvSpPr>
            <p:spPr>
              <a:xfrm>
                <a:off x="1228610" y="3299388"/>
                <a:ext cx="1596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Percision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647" name="Google Shape;647;p26"/>
              <p:cNvSpPr txBox="1"/>
              <p:nvPr/>
            </p:nvSpPr>
            <p:spPr>
              <a:xfrm>
                <a:off x="1228601" y="3601818"/>
                <a:ext cx="1596900" cy="6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sp>
          <p:nvSpPr>
            <p:cNvPr id="648" name="Google Shape;648;p26"/>
            <p:cNvSpPr txBox="1"/>
            <p:nvPr/>
          </p:nvSpPr>
          <p:spPr>
            <a:xfrm>
              <a:off x="5059656" y="19677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2"/>
                  </a:solidFill>
                  <a:latin typeface="Share Tech"/>
                  <a:ea typeface="Share Tech"/>
                  <a:cs typeface="Share Tech"/>
                  <a:sym typeface="Share Tech"/>
                </a:rPr>
                <a:t>70%</a:t>
              </a:r>
              <a:endParaRPr sz="240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649" name="Google Shape;649;p26"/>
          <p:cNvGrpSpPr/>
          <p:nvPr/>
        </p:nvGrpSpPr>
        <p:grpSpPr>
          <a:xfrm>
            <a:off x="6351234" y="2451451"/>
            <a:ext cx="1453826" cy="2104623"/>
            <a:chOff x="6460962" y="1967700"/>
            <a:chExt cx="1453826" cy="2104623"/>
          </a:xfrm>
        </p:grpSpPr>
        <p:grpSp>
          <p:nvGrpSpPr>
            <p:cNvPr id="650" name="Google Shape;650;p26"/>
            <p:cNvGrpSpPr/>
            <p:nvPr/>
          </p:nvGrpSpPr>
          <p:grpSpPr>
            <a:xfrm>
              <a:off x="6460962" y="3088894"/>
              <a:ext cx="1453826" cy="983430"/>
              <a:chOff x="1228601" y="3299388"/>
              <a:chExt cx="1596909" cy="983430"/>
            </a:xfrm>
          </p:grpSpPr>
          <p:sp>
            <p:nvSpPr>
              <p:cNvPr id="651" name="Google Shape;651;p26"/>
              <p:cNvSpPr txBox="1"/>
              <p:nvPr/>
            </p:nvSpPr>
            <p:spPr>
              <a:xfrm>
                <a:off x="1228610" y="3299388"/>
                <a:ext cx="15969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Recall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652" name="Google Shape;652;p26"/>
              <p:cNvSpPr txBox="1"/>
              <p:nvPr/>
            </p:nvSpPr>
            <p:spPr>
              <a:xfrm>
                <a:off x="1228601" y="3601818"/>
                <a:ext cx="1596900" cy="6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endParaRPr>
              </a:p>
            </p:txBody>
          </p:sp>
        </p:grpSp>
        <p:sp>
          <p:nvSpPr>
            <p:cNvPr id="653" name="Google Shape;653;p26"/>
            <p:cNvSpPr txBox="1"/>
            <p:nvPr/>
          </p:nvSpPr>
          <p:spPr>
            <a:xfrm>
              <a:off x="6803575" y="1967700"/>
              <a:ext cx="768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4"/>
                  </a:solidFill>
                  <a:latin typeface="Share Tech"/>
                  <a:ea typeface="Share Tech"/>
                  <a:cs typeface="Share Tech"/>
                  <a:sym typeface="Share Tech"/>
                </a:rPr>
                <a:t>30%</a:t>
              </a:r>
              <a:endParaRPr sz="2400">
                <a:solidFill>
                  <a:schemeClr val="accent4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D5FF15C-5E3C-055D-3F22-549BD5053497}"/>
              </a:ext>
            </a:extLst>
          </p:cNvPr>
          <p:cNvSpPr txBox="1"/>
          <p:nvPr/>
        </p:nvSpPr>
        <p:spPr>
          <a:xfrm>
            <a:off x="889350" y="1202716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</a:pPr>
            <a:r>
              <a:rPr lang="en-US" sz="1600" b="1" dirty="0">
                <a:solidFill>
                  <a:schemeClr val="tx1"/>
                </a:solidFill>
                <a:latin typeface="Share Tech" panose="020B0604020202020204" charset="0"/>
              </a:rPr>
              <a:t>Additional Evaluation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TF-IDF vs BERT comparison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Model ranking based on F1-score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8-Results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82" name="Google Shape;1082;p37"/>
          <p:cNvGraphicFramePr/>
          <p:nvPr>
            <p:extLst>
              <p:ext uri="{D42A27DB-BD31-4B8C-83A1-F6EECF244321}">
                <p14:modId xmlns:p14="http://schemas.microsoft.com/office/powerpoint/2010/main" val="621909709"/>
              </p:ext>
            </p:extLst>
          </p:nvPr>
        </p:nvGraphicFramePr>
        <p:xfrm>
          <a:off x="1309280" y="1892729"/>
          <a:ext cx="6199407" cy="2933525"/>
        </p:xfrm>
        <a:graphic>
          <a:graphicData uri="http://schemas.openxmlformats.org/drawingml/2006/table">
            <a:tbl>
              <a:tblPr>
                <a:noFill/>
                <a:tableStyleId>{A20ED932-E9F9-4CAB-BFD0-6806A267CB4F}</a:tableStyleId>
              </a:tblPr>
              <a:tblGrid>
                <a:gridCol w="224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accent2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Model</a:t>
                      </a:r>
                      <a:endParaRPr sz="2000" dirty="0">
                        <a:solidFill>
                          <a:schemeClr val="accent2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lt2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Accuracy</a:t>
                      </a:r>
                      <a:endParaRPr sz="2000" dirty="0">
                        <a:solidFill>
                          <a:schemeClr val="lt2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accen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F1-score</a:t>
                      </a:r>
                      <a:endParaRPr sz="2000" dirty="0">
                        <a:solidFill>
                          <a:schemeClr val="accent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Logistic Regression</a:t>
                      </a:r>
                      <a:endParaRPr sz="2000" dirty="0">
                        <a:solidFill>
                          <a:schemeClr val="dk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SVM</a:t>
                      </a:r>
                      <a:endParaRPr sz="2000" dirty="0">
                        <a:solidFill>
                          <a:schemeClr val="dk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Decision Tree</a:t>
                      </a:r>
                      <a:endParaRPr sz="2000" dirty="0">
                        <a:solidFill>
                          <a:schemeClr val="dk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535334"/>
                  </a:ext>
                </a:extLst>
              </a:tr>
              <a:tr h="47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Random Forest</a:t>
                      </a:r>
                      <a:endParaRPr sz="2000" dirty="0">
                        <a:solidFill>
                          <a:schemeClr val="dk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391133"/>
                  </a:ext>
                </a:extLst>
              </a:tr>
              <a:tr h="47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dk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AdaBoost</a:t>
                      </a:r>
                      <a:endParaRPr sz="2000" dirty="0">
                        <a:solidFill>
                          <a:schemeClr val="dk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83" name="Google Shape;1083;p37"/>
          <p:cNvSpPr/>
          <p:nvPr/>
        </p:nvSpPr>
        <p:spPr>
          <a:xfrm>
            <a:off x="3634451" y="2470939"/>
            <a:ext cx="1749652" cy="318559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Good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084" name="Google Shape;1084;p37"/>
          <p:cNvSpPr/>
          <p:nvPr/>
        </p:nvSpPr>
        <p:spPr>
          <a:xfrm>
            <a:off x="5494349" y="2976236"/>
            <a:ext cx="1971730" cy="3018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Highest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085" name="Google Shape;1085;p37"/>
          <p:cNvSpPr/>
          <p:nvPr/>
        </p:nvSpPr>
        <p:spPr>
          <a:xfrm>
            <a:off x="5494349" y="3443427"/>
            <a:ext cx="1971730" cy="301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Weak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089" name="Google Shape;1089;p37"/>
          <p:cNvSpPr/>
          <p:nvPr/>
        </p:nvSpPr>
        <p:spPr>
          <a:xfrm>
            <a:off x="5678756" y="1219111"/>
            <a:ext cx="327600" cy="32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7"/>
          <p:cNvSpPr/>
          <p:nvPr/>
        </p:nvSpPr>
        <p:spPr>
          <a:xfrm>
            <a:off x="4207756" y="1239665"/>
            <a:ext cx="327600" cy="32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37"/>
          <p:cNvSpPr txBox="1"/>
          <p:nvPr/>
        </p:nvSpPr>
        <p:spPr>
          <a:xfrm>
            <a:off x="1901873" y="1112201"/>
            <a:ext cx="164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097" name="Google Shape;1097;p37"/>
          <p:cNvSpPr/>
          <p:nvPr/>
        </p:nvSpPr>
        <p:spPr>
          <a:xfrm>
            <a:off x="2973846" y="1239665"/>
            <a:ext cx="327600" cy="32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084;p37">
            <a:extLst>
              <a:ext uri="{FF2B5EF4-FFF2-40B4-BE49-F238E27FC236}">
                <a16:creationId xmlns:a16="http://schemas.microsoft.com/office/drawing/2014/main" id="{644F223E-A7A1-B4E3-63A6-E44EFCFBF626}"/>
              </a:ext>
            </a:extLst>
          </p:cNvPr>
          <p:cNvSpPr/>
          <p:nvPr/>
        </p:nvSpPr>
        <p:spPr>
          <a:xfrm>
            <a:off x="5460530" y="2470940"/>
            <a:ext cx="1971730" cy="3018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Moderate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" name="Google Shape;1097;p37">
            <a:extLst>
              <a:ext uri="{FF2B5EF4-FFF2-40B4-BE49-F238E27FC236}">
                <a16:creationId xmlns:a16="http://schemas.microsoft.com/office/drawing/2014/main" id="{29C2C93A-9278-380E-5BFA-ED50A0E905F7}"/>
              </a:ext>
            </a:extLst>
          </p:cNvPr>
          <p:cNvSpPr/>
          <p:nvPr/>
        </p:nvSpPr>
        <p:spPr>
          <a:xfrm>
            <a:off x="1867831" y="1219111"/>
            <a:ext cx="327600" cy="327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1083;p37">
            <a:extLst>
              <a:ext uri="{FF2B5EF4-FFF2-40B4-BE49-F238E27FC236}">
                <a16:creationId xmlns:a16="http://schemas.microsoft.com/office/drawing/2014/main" id="{611CB3FD-B793-0DA9-B99B-E60F62350D34}"/>
              </a:ext>
            </a:extLst>
          </p:cNvPr>
          <p:cNvSpPr/>
          <p:nvPr/>
        </p:nvSpPr>
        <p:spPr>
          <a:xfrm>
            <a:off x="3634451" y="2976236"/>
            <a:ext cx="1749652" cy="318559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Best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" name="Google Shape;1083;p37">
            <a:extLst>
              <a:ext uri="{FF2B5EF4-FFF2-40B4-BE49-F238E27FC236}">
                <a16:creationId xmlns:a16="http://schemas.microsoft.com/office/drawing/2014/main" id="{E53A50A5-DCA3-5334-E76A-96B1B2C5A929}"/>
              </a:ext>
            </a:extLst>
          </p:cNvPr>
          <p:cNvSpPr/>
          <p:nvPr/>
        </p:nvSpPr>
        <p:spPr>
          <a:xfrm>
            <a:off x="3634451" y="3435048"/>
            <a:ext cx="1749652" cy="318559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Lower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" name="Google Shape;1085;p37">
            <a:extLst>
              <a:ext uri="{FF2B5EF4-FFF2-40B4-BE49-F238E27FC236}">
                <a16:creationId xmlns:a16="http://schemas.microsoft.com/office/drawing/2014/main" id="{CF46121C-FFA7-0DAE-7D3C-1F4A578FDB74}"/>
              </a:ext>
            </a:extLst>
          </p:cNvPr>
          <p:cNvSpPr/>
          <p:nvPr/>
        </p:nvSpPr>
        <p:spPr>
          <a:xfrm>
            <a:off x="5494349" y="3940345"/>
            <a:ext cx="1971730" cy="301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Weak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8" name="Google Shape;1085;p37">
            <a:extLst>
              <a:ext uri="{FF2B5EF4-FFF2-40B4-BE49-F238E27FC236}">
                <a16:creationId xmlns:a16="http://schemas.microsoft.com/office/drawing/2014/main" id="{5A32CF55-FC2F-24A6-4AFD-4BBAD56F1F68}"/>
              </a:ext>
            </a:extLst>
          </p:cNvPr>
          <p:cNvSpPr/>
          <p:nvPr/>
        </p:nvSpPr>
        <p:spPr>
          <a:xfrm>
            <a:off x="5494349" y="4449754"/>
            <a:ext cx="1971730" cy="3018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Weak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9" name="Google Shape;1083;p37">
            <a:extLst>
              <a:ext uri="{FF2B5EF4-FFF2-40B4-BE49-F238E27FC236}">
                <a16:creationId xmlns:a16="http://schemas.microsoft.com/office/drawing/2014/main" id="{00CCA00F-DB56-A5C1-8CE1-134BFCB52F75}"/>
              </a:ext>
            </a:extLst>
          </p:cNvPr>
          <p:cNvSpPr/>
          <p:nvPr/>
        </p:nvSpPr>
        <p:spPr>
          <a:xfrm>
            <a:off x="3634451" y="3851595"/>
            <a:ext cx="1749652" cy="318559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Hifh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0" name="Google Shape;1083;p37">
            <a:extLst>
              <a:ext uri="{FF2B5EF4-FFF2-40B4-BE49-F238E27FC236}">
                <a16:creationId xmlns:a16="http://schemas.microsoft.com/office/drawing/2014/main" id="{B0AB415B-6179-BCA3-5D58-847F42FDD2C4}"/>
              </a:ext>
            </a:extLst>
          </p:cNvPr>
          <p:cNvSpPr/>
          <p:nvPr/>
        </p:nvSpPr>
        <p:spPr>
          <a:xfrm>
            <a:off x="3634451" y="4401139"/>
            <a:ext cx="1749652" cy="318559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High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>
          <a:extLst>
            <a:ext uri="{FF2B5EF4-FFF2-40B4-BE49-F238E27FC236}">
              <a16:creationId xmlns:a16="http://schemas.microsoft.com/office/drawing/2014/main" id="{8E29F375-0C2D-243B-0966-2A29F51F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7">
            <a:extLst>
              <a:ext uri="{FF2B5EF4-FFF2-40B4-BE49-F238E27FC236}">
                <a16:creationId xmlns:a16="http://schemas.microsoft.com/office/drawing/2014/main" id="{70D5F305-B276-7ABD-C348-535D11BAB2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8-Results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82" name="Google Shape;1082;p37">
            <a:extLst>
              <a:ext uri="{FF2B5EF4-FFF2-40B4-BE49-F238E27FC236}">
                <a16:creationId xmlns:a16="http://schemas.microsoft.com/office/drawing/2014/main" id="{11BD9CAC-21F6-1E8E-2716-F8FA4C5E31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3953262"/>
              </p:ext>
            </p:extLst>
          </p:nvPr>
        </p:nvGraphicFramePr>
        <p:xfrm>
          <a:off x="1309280" y="1892729"/>
          <a:ext cx="6199407" cy="1470575"/>
        </p:xfrm>
        <a:graphic>
          <a:graphicData uri="http://schemas.openxmlformats.org/drawingml/2006/table">
            <a:tbl>
              <a:tblPr>
                <a:noFill/>
                <a:tableStyleId>{A20ED932-E9F9-4CAB-BFD0-6806A267CB4F}</a:tableStyleId>
              </a:tblPr>
              <a:tblGrid>
                <a:gridCol w="2246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accent2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Feature Method</a:t>
                      </a:r>
                      <a:endParaRPr sz="2000" dirty="0">
                        <a:solidFill>
                          <a:schemeClr val="accent2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lt2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Accuracy</a:t>
                      </a:r>
                      <a:endParaRPr sz="2000" dirty="0">
                        <a:solidFill>
                          <a:schemeClr val="lt2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>
                          <a:solidFill>
                            <a:schemeClr val="accent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F1-score</a:t>
                      </a:r>
                      <a:endParaRPr sz="2000" dirty="0">
                        <a:solidFill>
                          <a:schemeClr val="accent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TF-IDF</a:t>
                      </a:r>
                      <a:endParaRPr sz="2000" dirty="0">
                        <a:solidFill>
                          <a:schemeClr val="dk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3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Share Tech"/>
                          <a:ea typeface="Share Tech"/>
                          <a:cs typeface="Share Tech"/>
                          <a:sym typeface="Share Tech"/>
                        </a:rPr>
                        <a:t>BERT + SVM</a:t>
                      </a:r>
                      <a:endParaRPr sz="2000" dirty="0">
                        <a:solidFill>
                          <a:schemeClr val="dk1"/>
                        </a:solidFill>
                        <a:latin typeface="Share Tech"/>
                        <a:ea typeface="Share Tech"/>
                        <a:cs typeface="Share Tech"/>
                        <a:sym typeface="Share Tech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83" name="Google Shape;1083;p37">
            <a:extLst>
              <a:ext uri="{FF2B5EF4-FFF2-40B4-BE49-F238E27FC236}">
                <a16:creationId xmlns:a16="http://schemas.microsoft.com/office/drawing/2014/main" id="{06861770-33D3-6145-D4CA-C76D3E48E45E}"/>
              </a:ext>
            </a:extLst>
          </p:cNvPr>
          <p:cNvSpPr/>
          <p:nvPr/>
        </p:nvSpPr>
        <p:spPr>
          <a:xfrm>
            <a:off x="3634451" y="2470939"/>
            <a:ext cx="1749652" cy="318559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0.91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084" name="Google Shape;1084;p37">
            <a:extLst>
              <a:ext uri="{FF2B5EF4-FFF2-40B4-BE49-F238E27FC236}">
                <a16:creationId xmlns:a16="http://schemas.microsoft.com/office/drawing/2014/main" id="{4F3BF58A-5AB5-4570-EEFA-DC63334179A7}"/>
              </a:ext>
            </a:extLst>
          </p:cNvPr>
          <p:cNvSpPr/>
          <p:nvPr/>
        </p:nvSpPr>
        <p:spPr>
          <a:xfrm>
            <a:off x="5494349" y="2976236"/>
            <a:ext cx="1971730" cy="3018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0.53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089" name="Google Shape;1089;p37">
            <a:extLst>
              <a:ext uri="{FF2B5EF4-FFF2-40B4-BE49-F238E27FC236}">
                <a16:creationId xmlns:a16="http://schemas.microsoft.com/office/drawing/2014/main" id="{202A1A8E-7352-3288-34BA-D1AE8F0B8BA5}"/>
              </a:ext>
            </a:extLst>
          </p:cNvPr>
          <p:cNvSpPr/>
          <p:nvPr/>
        </p:nvSpPr>
        <p:spPr>
          <a:xfrm>
            <a:off x="5678756" y="1219111"/>
            <a:ext cx="327600" cy="32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7">
            <a:extLst>
              <a:ext uri="{FF2B5EF4-FFF2-40B4-BE49-F238E27FC236}">
                <a16:creationId xmlns:a16="http://schemas.microsoft.com/office/drawing/2014/main" id="{22856BD2-8871-7F46-6C72-3E13F175BD02}"/>
              </a:ext>
            </a:extLst>
          </p:cNvPr>
          <p:cNvSpPr/>
          <p:nvPr/>
        </p:nvSpPr>
        <p:spPr>
          <a:xfrm>
            <a:off x="4207756" y="1239665"/>
            <a:ext cx="327600" cy="32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37">
            <a:extLst>
              <a:ext uri="{FF2B5EF4-FFF2-40B4-BE49-F238E27FC236}">
                <a16:creationId xmlns:a16="http://schemas.microsoft.com/office/drawing/2014/main" id="{E6DB53C0-7223-9D1B-05C7-87A3D089DDB2}"/>
              </a:ext>
            </a:extLst>
          </p:cNvPr>
          <p:cNvSpPr txBox="1"/>
          <p:nvPr/>
        </p:nvSpPr>
        <p:spPr>
          <a:xfrm>
            <a:off x="1901873" y="1112201"/>
            <a:ext cx="164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097" name="Google Shape;1097;p37">
            <a:extLst>
              <a:ext uri="{FF2B5EF4-FFF2-40B4-BE49-F238E27FC236}">
                <a16:creationId xmlns:a16="http://schemas.microsoft.com/office/drawing/2014/main" id="{7C40E1BD-D56F-4CDB-D3F5-1BE3778572C0}"/>
              </a:ext>
            </a:extLst>
          </p:cNvPr>
          <p:cNvSpPr/>
          <p:nvPr/>
        </p:nvSpPr>
        <p:spPr>
          <a:xfrm>
            <a:off x="2973846" y="1239665"/>
            <a:ext cx="327600" cy="32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084;p37">
            <a:extLst>
              <a:ext uri="{FF2B5EF4-FFF2-40B4-BE49-F238E27FC236}">
                <a16:creationId xmlns:a16="http://schemas.microsoft.com/office/drawing/2014/main" id="{D013D554-8262-249A-21C6-E8F09C1A79AD}"/>
              </a:ext>
            </a:extLst>
          </p:cNvPr>
          <p:cNvSpPr/>
          <p:nvPr/>
        </p:nvSpPr>
        <p:spPr>
          <a:xfrm>
            <a:off x="5460530" y="2470940"/>
            <a:ext cx="1971730" cy="3018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0.57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" name="Google Shape;1097;p37">
            <a:extLst>
              <a:ext uri="{FF2B5EF4-FFF2-40B4-BE49-F238E27FC236}">
                <a16:creationId xmlns:a16="http://schemas.microsoft.com/office/drawing/2014/main" id="{CB1B1DB7-7669-6089-0685-7E723DA23F42}"/>
              </a:ext>
            </a:extLst>
          </p:cNvPr>
          <p:cNvSpPr/>
          <p:nvPr/>
        </p:nvSpPr>
        <p:spPr>
          <a:xfrm>
            <a:off x="1867831" y="1219111"/>
            <a:ext cx="327600" cy="327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1083;p37">
            <a:extLst>
              <a:ext uri="{FF2B5EF4-FFF2-40B4-BE49-F238E27FC236}">
                <a16:creationId xmlns:a16="http://schemas.microsoft.com/office/drawing/2014/main" id="{9295BA17-0B32-8002-A21F-41225B19CA7D}"/>
              </a:ext>
            </a:extLst>
          </p:cNvPr>
          <p:cNvSpPr/>
          <p:nvPr/>
        </p:nvSpPr>
        <p:spPr>
          <a:xfrm>
            <a:off x="3634451" y="2976236"/>
            <a:ext cx="1749652" cy="318559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0.90</a:t>
            </a:r>
            <a:endParaRPr dirty="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93A44-CECE-452D-3A41-7B33962CA934}"/>
              </a:ext>
            </a:extLst>
          </p:cNvPr>
          <p:cNvSpPr txBox="1"/>
          <p:nvPr/>
        </p:nvSpPr>
        <p:spPr>
          <a:xfrm>
            <a:off x="1262273" y="3709322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SVM achieved the best balance between: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Precision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Recall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869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Performance Comparison</a:t>
            </a:r>
            <a:endParaRPr dirty="0"/>
          </a:p>
        </p:txBody>
      </p:sp>
      <p:sp>
        <p:nvSpPr>
          <p:cNvPr id="925" name="Google Shape;925;p34"/>
          <p:cNvSpPr txBox="1"/>
          <p:nvPr/>
        </p:nvSpPr>
        <p:spPr>
          <a:xfrm>
            <a:off x="1068656" y="1379881"/>
            <a:ext cx="145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Accuracy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927" name="Google Shape;927;p34"/>
          <p:cNvSpPr/>
          <p:nvPr/>
        </p:nvSpPr>
        <p:spPr>
          <a:xfrm>
            <a:off x="713225" y="1430731"/>
            <a:ext cx="355500" cy="35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4"/>
          <p:cNvSpPr txBox="1"/>
          <p:nvPr/>
        </p:nvSpPr>
        <p:spPr>
          <a:xfrm>
            <a:off x="1068656" y="2332369"/>
            <a:ext cx="145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Precision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931" name="Google Shape;931;p34"/>
          <p:cNvSpPr/>
          <p:nvPr/>
        </p:nvSpPr>
        <p:spPr>
          <a:xfrm>
            <a:off x="713225" y="2383219"/>
            <a:ext cx="355500" cy="355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34"/>
          <p:cNvSpPr txBox="1"/>
          <p:nvPr/>
        </p:nvSpPr>
        <p:spPr>
          <a:xfrm>
            <a:off x="1068656" y="3284856"/>
            <a:ext cx="145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Recall</a:t>
            </a: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935" name="Google Shape;935;p34"/>
          <p:cNvSpPr/>
          <p:nvPr/>
        </p:nvSpPr>
        <p:spPr>
          <a:xfrm>
            <a:off x="713225" y="3335706"/>
            <a:ext cx="355500" cy="35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6" name="Google Shape;936;p34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9531" y="1269700"/>
            <a:ext cx="5604757" cy="291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Workflow</a:t>
            </a:r>
            <a:endParaRPr dirty="0"/>
          </a:p>
        </p:txBody>
      </p:sp>
      <p:sp>
        <p:nvSpPr>
          <p:cNvPr id="391" name="Google Shape;391;p21"/>
          <p:cNvSpPr txBox="1"/>
          <p:nvPr/>
        </p:nvSpPr>
        <p:spPr>
          <a:xfrm>
            <a:off x="3175350" y="1242275"/>
            <a:ext cx="279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rPr>
              <a:t>STEP BY STEP</a:t>
            </a:r>
            <a:endParaRPr sz="200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grpSp>
        <p:nvGrpSpPr>
          <p:cNvPr id="392" name="Google Shape;392;p21"/>
          <p:cNvGrpSpPr/>
          <p:nvPr/>
        </p:nvGrpSpPr>
        <p:grpSpPr>
          <a:xfrm>
            <a:off x="5621813" y="1875013"/>
            <a:ext cx="2808900" cy="786947"/>
            <a:chOff x="5621813" y="1875013"/>
            <a:chExt cx="2808900" cy="786947"/>
          </a:xfrm>
        </p:grpSpPr>
        <p:sp>
          <p:nvSpPr>
            <p:cNvPr id="393" name="Google Shape;393;p21"/>
            <p:cNvSpPr txBox="1"/>
            <p:nvPr/>
          </p:nvSpPr>
          <p:spPr>
            <a:xfrm>
              <a:off x="5621813" y="1875325"/>
              <a:ext cx="768600" cy="78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01</a:t>
              </a:r>
              <a:endParaRPr sz="36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394" name="Google Shape;394;p21"/>
            <p:cNvGrpSpPr/>
            <p:nvPr/>
          </p:nvGrpSpPr>
          <p:grpSpPr>
            <a:xfrm>
              <a:off x="6390400" y="1875013"/>
              <a:ext cx="2040312" cy="786947"/>
              <a:chOff x="713188" y="2403450"/>
              <a:chExt cx="2040312" cy="786947"/>
            </a:xfrm>
          </p:grpSpPr>
          <p:sp>
            <p:nvSpPr>
              <p:cNvPr id="395" name="Google Shape;395;p21"/>
              <p:cNvSpPr txBox="1"/>
              <p:nvPr/>
            </p:nvSpPr>
            <p:spPr>
              <a:xfrm>
                <a:off x="713200" y="2403450"/>
                <a:ext cx="2040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Step 1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396" name="Google Shape;396;p21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dirty="0">
                    <a:solidFill>
                      <a:schemeClr val="tx1"/>
                    </a:solidFill>
                    <a:latin typeface="Maven Pro" panose="020B0604020202020204" charset="0"/>
                  </a:rPr>
                  <a:t>Data preprocessing</a:t>
                </a:r>
                <a:endParaRPr dirty="0">
                  <a:solidFill>
                    <a:schemeClr val="tx1"/>
                  </a:solidFill>
                  <a:latin typeface="Maven Pro" panose="020B0604020202020204" charset="0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grpSp>
        <p:nvGrpSpPr>
          <p:cNvPr id="397" name="Google Shape;397;p21"/>
          <p:cNvGrpSpPr/>
          <p:nvPr/>
        </p:nvGrpSpPr>
        <p:grpSpPr>
          <a:xfrm>
            <a:off x="713213" y="2792100"/>
            <a:ext cx="2808912" cy="786953"/>
            <a:chOff x="713213" y="2792100"/>
            <a:chExt cx="2808912" cy="786953"/>
          </a:xfrm>
        </p:grpSpPr>
        <p:sp>
          <p:nvSpPr>
            <p:cNvPr id="398" name="Google Shape;398;p21"/>
            <p:cNvSpPr txBox="1"/>
            <p:nvPr/>
          </p:nvSpPr>
          <p:spPr>
            <a:xfrm>
              <a:off x="2753525" y="2792100"/>
              <a:ext cx="768600" cy="786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02</a:t>
              </a:r>
              <a:endParaRPr sz="36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399" name="Google Shape;399;p21"/>
            <p:cNvGrpSpPr/>
            <p:nvPr/>
          </p:nvGrpSpPr>
          <p:grpSpPr>
            <a:xfrm>
              <a:off x="713213" y="2792106"/>
              <a:ext cx="2040312" cy="786947"/>
              <a:chOff x="713188" y="2403450"/>
              <a:chExt cx="2040312" cy="786947"/>
            </a:xfrm>
          </p:grpSpPr>
          <p:sp>
            <p:nvSpPr>
              <p:cNvPr id="400" name="Google Shape;400;p21"/>
              <p:cNvSpPr txBox="1"/>
              <p:nvPr/>
            </p:nvSpPr>
            <p:spPr>
              <a:xfrm>
                <a:off x="713200" y="2403450"/>
                <a:ext cx="2040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Step 2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401" name="Google Shape;401;p21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r"/>
                <a:r>
                  <a:rPr lang="en-US" dirty="0">
                    <a:solidFill>
                      <a:schemeClr val="tx1"/>
                    </a:solidFill>
                    <a:latin typeface="Maven Pro" panose="020B0604020202020204" charset="0"/>
                  </a:rPr>
                  <a:t>Feature extraction using TF-IDF</a:t>
                </a:r>
                <a:endParaRPr dirty="0">
                  <a:solidFill>
                    <a:schemeClr val="tx1"/>
                  </a:solidFill>
                  <a:latin typeface="Maven Pro" panose="020B0604020202020204" charset="0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grpSp>
        <p:nvGrpSpPr>
          <p:cNvPr id="402" name="Google Shape;402;p21"/>
          <p:cNvGrpSpPr/>
          <p:nvPr/>
        </p:nvGrpSpPr>
        <p:grpSpPr>
          <a:xfrm>
            <a:off x="5621813" y="3709213"/>
            <a:ext cx="2808900" cy="786947"/>
            <a:chOff x="5621813" y="3709213"/>
            <a:chExt cx="2808900" cy="786947"/>
          </a:xfrm>
        </p:grpSpPr>
        <p:sp>
          <p:nvSpPr>
            <p:cNvPr id="403" name="Google Shape;403;p21"/>
            <p:cNvSpPr txBox="1"/>
            <p:nvPr/>
          </p:nvSpPr>
          <p:spPr>
            <a:xfrm>
              <a:off x="5621813" y="3709513"/>
              <a:ext cx="768600" cy="786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03</a:t>
              </a:r>
              <a:endParaRPr sz="36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404" name="Google Shape;404;p21"/>
            <p:cNvGrpSpPr/>
            <p:nvPr/>
          </p:nvGrpSpPr>
          <p:grpSpPr>
            <a:xfrm>
              <a:off x="6390400" y="3709213"/>
              <a:ext cx="2040312" cy="786947"/>
              <a:chOff x="713188" y="2403450"/>
              <a:chExt cx="2040312" cy="786947"/>
            </a:xfrm>
          </p:grpSpPr>
          <p:sp>
            <p:nvSpPr>
              <p:cNvPr id="405" name="Google Shape;405;p21"/>
              <p:cNvSpPr txBox="1"/>
              <p:nvPr/>
            </p:nvSpPr>
            <p:spPr>
              <a:xfrm>
                <a:off x="713200" y="2403450"/>
                <a:ext cx="20403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dk1"/>
                    </a:solidFill>
                    <a:latin typeface="Share Tech"/>
                    <a:ea typeface="Share Tech"/>
                    <a:cs typeface="Share Tech"/>
                    <a:sym typeface="Share Tech"/>
                  </a:rPr>
                  <a:t>Step 3</a:t>
                </a:r>
                <a:endParaRPr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406" name="Google Shape;406;p21"/>
              <p:cNvSpPr txBox="1"/>
              <p:nvPr/>
            </p:nvSpPr>
            <p:spPr>
              <a:xfrm>
                <a:off x="713188" y="2705897"/>
                <a:ext cx="20403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:r>
                  <a:rPr lang="en-US" dirty="0">
                    <a:solidFill>
                      <a:schemeClr val="tx1"/>
                    </a:solidFill>
                    <a:latin typeface="Maven Pro" panose="020B0604020202020204" charset="0"/>
                  </a:rPr>
                  <a:t>Training and evaluation</a:t>
                </a:r>
                <a:endParaRPr dirty="0">
                  <a:solidFill>
                    <a:schemeClr val="tx1"/>
                  </a:solidFill>
                  <a:latin typeface="Maven Pro" panose="020B0604020202020204" charset="0"/>
                  <a:ea typeface="Maven Pro"/>
                  <a:cs typeface="Maven Pro"/>
                  <a:sym typeface="Maven Pro"/>
                </a:endParaRPr>
              </a:p>
            </p:txBody>
          </p:sp>
        </p:grpSp>
      </p:grpSp>
      <p:sp>
        <p:nvSpPr>
          <p:cNvPr id="407" name="Google Shape;407;p21"/>
          <p:cNvSpPr/>
          <p:nvPr/>
        </p:nvSpPr>
        <p:spPr>
          <a:xfrm>
            <a:off x="4155450" y="1851936"/>
            <a:ext cx="833100" cy="83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4155450" y="2769029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4155450" y="3686136"/>
            <a:ext cx="833100" cy="83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0" name="Google Shape;410;p21"/>
          <p:cNvCxnSpPr>
            <a:stCxn id="398" idx="3"/>
            <a:endCxn id="408" idx="1"/>
          </p:cNvCxnSpPr>
          <p:nvPr/>
        </p:nvCxnSpPr>
        <p:spPr>
          <a:xfrm>
            <a:off x="3522125" y="3185550"/>
            <a:ext cx="633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21"/>
          <p:cNvCxnSpPr>
            <a:stCxn id="393" idx="1"/>
            <a:endCxn id="407" idx="3"/>
          </p:cNvCxnSpPr>
          <p:nvPr/>
        </p:nvCxnSpPr>
        <p:spPr>
          <a:xfrm rot="10800000">
            <a:off x="4988513" y="2268475"/>
            <a:ext cx="633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21"/>
          <p:cNvCxnSpPr>
            <a:stCxn id="409" idx="3"/>
            <a:endCxn id="403" idx="1"/>
          </p:cNvCxnSpPr>
          <p:nvPr/>
        </p:nvCxnSpPr>
        <p:spPr>
          <a:xfrm>
            <a:off x="4988550" y="4102686"/>
            <a:ext cx="633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3" name="Google Shape;413;p21"/>
          <p:cNvGrpSpPr/>
          <p:nvPr/>
        </p:nvGrpSpPr>
        <p:grpSpPr>
          <a:xfrm>
            <a:off x="4330755" y="2038196"/>
            <a:ext cx="482491" cy="460579"/>
            <a:chOff x="4126815" y="2760704"/>
            <a:chExt cx="380393" cy="363118"/>
          </a:xfrm>
        </p:grpSpPr>
        <p:sp>
          <p:nvSpPr>
            <p:cNvPr id="414" name="Google Shape;414;p21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1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1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1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21"/>
          <p:cNvGrpSpPr/>
          <p:nvPr/>
        </p:nvGrpSpPr>
        <p:grpSpPr>
          <a:xfrm>
            <a:off x="4330751" y="2971314"/>
            <a:ext cx="482498" cy="428529"/>
            <a:chOff x="3584280" y="3699191"/>
            <a:chExt cx="358069" cy="317995"/>
          </a:xfrm>
        </p:grpSpPr>
        <p:sp>
          <p:nvSpPr>
            <p:cNvPr id="419" name="Google Shape;419;p21"/>
            <p:cNvSpPr/>
            <p:nvPr/>
          </p:nvSpPr>
          <p:spPr>
            <a:xfrm>
              <a:off x="3584280" y="3699191"/>
              <a:ext cx="358069" cy="317995"/>
            </a:xfrm>
            <a:custGeom>
              <a:avLst/>
              <a:gdLst/>
              <a:ahLst/>
              <a:cxnLst/>
              <a:rect l="l" t="t" r="r" b="b"/>
              <a:pathLst>
                <a:path w="11276" h="10014" extrusionOk="0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3613400" y="3727167"/>
              <a:ext cx="299831" cy="261661"/>
            </a:xfrm>
            <a:custGeom>
              <a:avLst/>
              <a:gdLst/>
              <a:ahLst/>
              <a:cxnLst/>
              <a:rect l="l" t="t" r="r" b="b"/>
              <a:pathLst>
                <a:path w="9442" h="8240" extrusionOk="0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3735879" y="3910171"/>
              <a:ext cx="54873" cy="54841"/>
            </a:xfrm>
            <a:custGeom>
              <a:avLst/>
              <a:gdLst/>
              <a:ahLst/>
              <a:cxnLst/>
              <a:rect l="l" t="t" r="r" b="b"/>
              <a:pathLst>
                <a:path w="1728" h="1727" extrusionOk="0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3738896" y="3788422"/>
              <a:ext cx="49188" cy="114604"/>
            </a:xfrm>
            <a:custGeom>
              <a:avLst/>
              <a:gdLst/>
              <a:ahLst/>
              <a:cxnLst/>
              <a:rect l="l" t="t" r="r" b="b"/>
              <a:pathLst>
                <a:path w="1549" h="3609" extrusionOk="0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" name="Google Shape;423;p21"/>
          <p:cNvGrpSpPr/>
          <p:nvPr/>
        </p:nvGrpSpPr>
        <p:grpSpPr>
          <a:xfrm>
            <a:off x="4330759" y="3873854"/>
            <a:ext cx="482483" cy="516986"/>
            <a:chOff x="4149138" y="4121151"/>
            <a:chExt cx="344065" cy="368644"/>
          </a:xfrm>
        </p:grpSpPr>
        <p:sp>
          <p:nvSpPr>
            <p:cNvPr id="424" name="Google Shape;424;p21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1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1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1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4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Explainable AI (LLM Integration)</a:t>
            </a:r>
            <a:endParaRPr dirty="0"/>
          </a:p>
        </p:txBody>
      </p:sp>
      <p:sp>
        <p:nvSpPr>
          <p:cNvPr id="1287" name="Google Shape;1287;p43"/>
          <p:cNvSpPr/>
          <p:nvPr/>
        </p:nvSpPr>
        <p:spPr>
          <a:xfrm>
            <a:off x="5574436" y="1761782"/>
            <a:ext cx="606000" cy="60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43"/>
          <p:cNvSpPr txBox="1"/>
          <p:nvPr/>
        </p:nvSpPr>
        <p:spPr>
          <a:xfrm>
            <a:off x="6230399" y="1794859"/>
            <a:ext cx="2040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 err="1">
                <a:solidFill>
                  <a:schemeClr val="tx1"/>
                </a:solidFill>
                <a:latin typeface="Share Tech" panose="020B0604020202020204" charset="0"/>
              </a:rPr>
              <a:t>Groq</a:t>
            </a:r>
            <a:r>
              <a:rPr lang="en-US" sz="2000" dirty="0">
                <a:solidFill>
                  <a:schemeClr val="tx1"/>
                </a:solidFill>
                <a:latin typeface="Share Tech" panose="020B0604020202020204" charset="0"/>
              </a:rPr>
              <a:t> API</a:t>
            </a:r>
            <a:endParaRPr sz="2000" dirty="0">
              <a:solidFill>
                <a:schemeClr val="tx1"/>
              </a:solidFill>
              <a:latin typeface="Share Tech" panose="020B0604020202020204" charset="0"/>
              <a:ea typeface="Share Tech"/>
              <a:cs typeface="Share Tech"/>
              <a:sym typeface="Share Tech"/>
            </a:endParaRPr>
          </a:p>
        </p:txBody>
      </p:sp>
      <p:sp>
        <p:nvSpPr>
          <p:cNvPr id="1301" name="Google Shape;1301;p43"/>
          <p:cNvSpPr/>
          <p:nvPr/>
        </p:nvSpPr>
        <p:spPr>
          <a:xfrm>
            <a:off x="5624399" y="3013352"/>
            <a:ext cx="606000" cy="60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5" name="Google Shape;1305;p43"/>
          <p:cNvSpPr txBox="1"/>
          <p:nvPr/>
        </p:nvSpPr>
        <p:spPr>
          <a:xfrm>
            <a:off x="6292563" y="2997924"/>
            <a:ext cx="18212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olidFill>
                  <a:schemeClr val="tx1"/>
                </a:solidFill>
                <a:latin typeface="Share Tech" panose="020B0604020202020204" charset="0"/>
              </a:rPr>
              <a:t>Llama 3.1 Model</a:t>
            </a:r>
            <a:endParaRPr sz="2000" dirty="0">
              <a:solidFill>
                <a:schemeClr val="tx1"/>
              </a:solidFill>
              <a:latin typeface="Share Tech" panose="020B0604020202020204" charset="0"/>
              <a:ea typeface="Share Tech"/>
              <a:cs typeface="Share Tech"/>
              <a:sym typeface="Share Tech"/>
            </a:endParaRPr>
          </a:p>
        </p:txBody>
      </p:sp>
      <p:grpSp>
        <p:nvGrpSpPr>
          <p:cNvPr id="1307" name="Google Shape;1307;p43"/>
          <p:cNvGrpSpPr/>
          <p:nvPr/>
        </p:nvGrpSpPr>
        <p:grpSpPr>
          <a:xfrm>
            <a:off x="5774128" y="3146291"/>
            <a:ext cx="321037" cy="353822"/>
            <a:chOff x="4212429" y="1502385"/>
            <a:chExt cx="321037" cy="353822"/>
          </a:xfrm>
        </p:grpSpPr>
        <p:sp>
          <p:nvSpPr>
            <p:cNvPr id="1308" name="Google Shape;1308;p43"/>
            <p:cNvSpPr/>
            <p:nvPr/>
          </p:nvSpPr>
          <p:spPr>
            <a:xfrm>
              <a:off x="4310592" y="1585938"/>
              <a:ext cx="125092" cy="163001"/>
            </a:xfrm>
            <a:custGeom>
              <a:avLst/>
              <a:gdLst/>
              <a:ahLst/>
              <a:cxnLst/>
              <a:rect l="l" t="t" r="r" b="b"/>
              <a:pathLst>
                <a:path w="3930" h="5121" extrusionOk="0">
                  <a:moveTo>
                    <a:pt x="1941" y="310"/>
                  </a:moveTo>
                  <a:cubicBezTo>
                    <a:pt x="2227" y="310"/>
                    <a:pt x="2477" y="489"/>
                    <a:pt x="2584" y="751"/>
                  </a:cubicBezTo>
                  <a:cubicBezTo>
                    <a:pt x="2620" y="834"/>
                    <a:pt x="2644" y="930"/>
                    <a:pt x="2644" y="1013"/>
                  </a:cubicBezTo>
                  <a:lnTo>
                    <a:pt x="2644" y="1192"/>
                  </a:lnTo>
                  <a:cubicBezTo>
                    <a:pt x="2370" y="1096"/>
                    <a:pt x="2275" y="834"/>
                    <a:pt x="2251" y="822"/>
                  </a:cubicBezTo>
                  <a:cubicBezTo>
                    <a:pt x="2227" y="763"/>
                    <a:pt x="2179" y="715"/>
                    <a:pt x="2108" y="715"/>
                  </a:cubicBezTo>
                  <a:cubicBezTo>
                    <a:pt x="2048" y="715"/>
                    <a:pt x="1989" y="751"/>
                    <a:pt x="1953" y="811"/>
                  </a:cubicBezTo>
                  <a:cubicBezTo>
                    <a:pt x="1953" y="811"/>
                    <a:pt x="1763" y="1168"/>
                    <a:pt x="1239" y="1227"/>
                  </a:cubicBezTo>
                  <a:lnTo>
                    <a:pt x="1239" y="1025"/>
                  </a:lnTo>
                  <a:cubicBezTo>
                    <a:pt x="1263" y="930"/>
                    <a:pt x="1275" y="834"/>
                    <a:pt x="1310" y="751"/>
                  </a:cubicBezTo>
                  <a:cubicBezTo>
                    <a:pt x="1406" y="489"/>
                    <a:pt x="1667" y="310"/>
                    <a:pt x="1941" y="310"/>
                  </a:cubicBezTo>
                  <a:close/>
                  <a:moveTo>
                    <a:pt x="2108" y="1180"/>
                  </a:moveTo>
                  <a:cubicBezTo>
                    <a:pt x="2215" y="1322"/>
                    <a:pt x="2394" y="1489"/>
                    <a:pt x="2656" y="1549"/>
                  </a:cubicBezTo>
                  <a:lnTo>
                    <a:pt x="2656" y="1775"/>
                  </a:lnTo>
                  <a:cubicBezTo>
                    <a:pt x="2656" y="2144"/>
                    <a:pt x="2358" y="2454"/>
                    <a:pt x="1989" y="2477"/>
                  </a:cubicBezTo>
                  <a:lnTo>
                    <a:pt x="1929" y="2477"/>
                  </a:lnTo>
                  <a:cubicBezTo>
                    <a:pt x="1560" y="2442"/>
                    <a:pt x="1263" y="2144"/>
                    <a:pt x="1263" y="1763"/>
                  </a:cubicBezTo>
                  <a:lnTo>
                    <a:pt x="1263" y="1549"/>
                  </a:lnTo>
                  <a:cubicBezTo>
                    <a:pt x="1679" y="1501"/>
                    <a:pt x="1941" y="1322"/>
                    <a:pt x="2108" y="1180"/>
                  </a:cubicBezTo>
                  <a:close/>
                  <a:moveTo>
                    <a:pt x="2132" y="2799"/>
                  </a:moveTo>
                  <a:lnTo>
                    <a:pt x="2048" y="2966"/>
                  </a:lnTo>
                  <a:lnTo>
                    <a:pt x="1846" y="2966"/>
                  </a:lnTo>
                  <a:lnTo>
                    <a:pt x="1751" y="2799"/>
                  </a:lnTo>
                  <a:close/>
                  <a:moveTo>
                    <a:pt x="2025" y="3287"/>
                  </a:moveTo>
                  <a:lnTo>
                    <a:pt x="2215" y="4109"/>
                  </a:lnTo>
                  <a:lnTo>
                    <a:pt x="1941" y="4347"/>
                  </a:lnTo>
                  <a:lnTo>
                    <a:pt x="1679" y="4109"/>
                  </a:lnTo>
                  <a:lnTo>
                    <a:pt x="1870" y="3287"/>
                  </a:lnTo>
                  <a:close/>
                  <a:moveTo>
                    <a:pt x="2453" y="2870"/>
                  </a:moveTo>
                  <a:cubicBezTo>
                    <a:pt x="2668" y="2954"/>
                    <a:pt x="2894" y="3085"/>
                    <a:pt x="3072" y="3263"/>
                  </a:cubicBezTo>
                  <a:cubicBezTo>
                    <a:pt x="3394" y="3561"/>
                    <a:pt x="3561" y="3966"/>
                    <a:pt x="3561" y="4359"/>
                  </a:cubicBezTo>
                  <a:lnTo>
                    <a:pt x="3596" y="4775"/>
                  </a:lnTo>
                  <a:lnTo>
                    <a:pt x="322" y="4775"/>
                  </a:lnTo>
                  <a:lnTo>
                    <a:pt x="322" y="4359"/>
                  </a:lnTo>
                  <a:cubicBezTo>
                    <a:pt x="322" y="3942"/>
                    <a:pt x="501" y="3561"/>
                    <a:pt x="810" y="3263"/>
                  </a:cubicBezTo>
                  <a:cubicBezTo>
                    <a:pt x="989" y="3097"/>
                    <a:pt x="1215" y="2966"/>
                    <a:pt x="1441" y="2870"/>
                  </a:cubicBezTo>
                  <a:lnTo>
                    <a:pt x="1572" y="3144"/>
                  </a:lnTo>
                  <a:lnTo>
                    <a:pt x="1346" y="4120"/>
                  </a:lnTo>
                  <a:cubicBezTo>
                    <a:pt x="1334" y="4180"/>
                    <a:pt x="1346" y="4240"/>
                    <a:pt x="1394" y="4287"/>
                  </a:cubicBezTo>
                  <a:lnTo>
                    <a:pt x="1834" y="4692"/>
                  </a:lnTo>
                  <a:cubicBezTo>
                    <a:pt x="1870" y="4716"/>
                    <a:pt x="1917" y="4740"/>
                    <a:pt x="1941" y="4740"/>
                  </a:cubicBezTo>
                  <a:cubicBezTo>
                    <a:pt x="1989" y="4740"/>
                    <a:pt x="2025" y="4716"/>
                    <a:pt x="2048" y="4692"/>
                  </a:cubicBezTo>
                  <a:lnTo>
                    <a:pt x="2501" y="4287"/>
                  </a:lnTo>
                  <a:cubicBezTo>
                    <a:pt x="2537" y="4240"/>
                    <a:pt x="2560" y="4180"/>
                    <a:pt x="2537" y="4120"/>
                  </a:cubicBezTo>
                  <a:lnTo>
                    <a:pt x="2322" y="3144"/>
                  </a:lnTo>
                  <a:lnTo>
                    <a:pt x="2453" y="2870"/>
                  </a:lnTo>
                  <a:close/>
                  <a:moveTo>
                    <a:pt x="1965" y="1"/>
                  </a:moveTo>
                  <a:cubicBezTo>
                    <a:pt x="1394" y="1"/>
                    <a:pt x="929" y="465"/>
                    <a:pt x="929" y="1025"/>
                  </a:cubicBezTo>
                  <a:lnTo>
                    <a:pt x="929" y="1406"/>
                  </a:lnTo>
                  <a:lnTo>
                    <a:pt x="929" y="1775"/>
                  </a:lnTo>
                  <a:cubicBezTo>
                    <a:pt x="929" y="2096"/>
                    <a:pt x="1084" y="2394"/>
                    <a:pt x="1334" y="2573"/>
                  </a:cubicBezTo>
                  <a:cubicBezTo>
                    <a:pt x="560" y="2846"/>
                    <a:pt x="1" y="3561"/>
                    <a:pt x="1" y="4382"/>
                  </a:cubicBezTo>
                  <a:lnTo>
                    <a:pt x="1" y="4954"/>
                  </a:lnTo>
                  <a:cubicBezTo>
                    <a:pt x="1" y="5049"/>
                    <a:pt x="72" y="5121"/>
                    <a:pt x="155" y="5121"/>
                  </a:cubicBezTo>
                  <a:lnTo>
                    <a:pt x="3763" y="5121"/>
                  </a:lnTo>
                  <a:cubicBezTo>
                    <a:pt x="3846" y="5121"/>
                    <a:pt x="3930" y="5049"/>
                    <a:pt x="3930" y="4954"/>
                  </a:cubicBezTo>
                  <a:lnTo>
                    <a:pt x="3930" y="4382"/>
                  </a:lnTo>
                  <a:cubicBezTo>
                    <a:pt x="3930" y="3561"/>
                    <a:pt x="3346" y="2846"/>
                    <a:pt x="2584" y="2573"/>
                  </a:cubicBezTo>
                  <a:cubicBezTo>
                    <a:pt x="2822" y="2382"/>
                    <a:pt x="2989" y="2096"/>
                    <a:pt x="2989" y="1775"/>
                  </a:cubicBezTo>
                  <a:lnTo>
                    <a:pt x="2989" y="1406"/>
                  </a:lnTo>
                  <a:lnTo>
                    <a:pt x="2989" y="1025"/>
                  </a:lnTo>
                  <a:cubicBezTo>
                    <a:pt x="2989" y="465"/>
                    <a:pt x="2525" y="1"/>
                    <a:pt x="19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3"/>
            <p:cNvSpPr/>
            <p:nvPr/>
          </p:nvSpPr>
          <p:spPr>
            <a:xfrm>
              <a:off x="4248428" y="1536124"/>
              <a:ext cx="253972" cy="152179"/>
            </a:xfrm>
            <a:custGeom>
              <a:avLst/>
              <a:gdLst/>
              <a:ahLst/>
              <a:cxnLst/>
              <a:rect l="l" t="t" r="r" b="b"/>
              <a:pathLst>
                <a:path w="7979" h="4781" extrusionOk="0">
                  <a:moveTo>
                    <a:pt x="3906" y="0"/>
                  </a:moveTo>
                  <a:cubicBezTo>
                    <a:pt x="3876" y="0"/>
                    <a:pt x="3847" y="6"/>
                    <a:pt x="3823" y="18"/>
                  </a:cubicBezTo>
                  <a:cubicBezTo>
                    <a:pt x="3811" y="30"/>
                    <a:pt x="1775" y="1244"/>
                    <a:pt x="239" y="1244"/>
                  </a:cubicBezTo>
                  <a:cubicBezTo>
                    <a:pt x="156" y="1244"/>
                    <a:pt x="84" y="1304"/>
                    <a:pt x="72" y="1375"/>
                  </a:cubicBezTo>
                  <a:cubicBezTo>
                    <a:pt x="72" y="1387"/>
                    <a:pt x="1" y="1875"/>
                    <a:pt x="1" y="2614"/>
                  </a:cubicBezTo>
                  <a:cubicBezTo>
                    <a:pt x="1" y="2697"/>
                    <a:pt x="72" y="2768"/>
                    <a:pt x="156" y="2768"/>
                  </a:cubicBezTo>
                  <a:cubicBezTo>
                    <a:pt x="251" y="2768"/>
                    <a:pt x="322" y="2697"/>
                    <a:pt x="322" y="2614"/>
                  </a:cubicBezTo>
                  <a:cubicBezTo>
                    <a:pt x="322" y="2137"/>
                    <a:pt x="358" y="1744"/>
                    <a:pt x="382" y="1566"/>
                  </a:cubicBezTo>
                  <a:cubicBezTo>
                    <a:pt x="1037" y="1542"/>
                    <a:pt x="1835" y="1328"/>
                    <a:pt x="2739" y="923"/>
                  </a:cubicBezTo>
                  <a:cubicBezTo>
                    <a:pt x="3299" y="685"/>
                    <a:pt x="3728" y="435"/>
                    <a:pt x="3906" y="351"/>
                  </a:cubicBezTo>
                  <a:cubicBezTo>
                    <a:pt x="4085" y="447"/>
                    <a:pt x="4525" y="685"/>
                    <a:pt x="5085" y="923"/>
                  </a:cubicBezTo>
                  <a:cubicBezTo>
                    <a:pt x="5990" y="1316"/>
                    <a:pt x="6788" y="1542"/>
                    <a:pt x="7442" y="1566"/>
                  </a:cubicBezTo>
                  <a:cubicBezTo>
                    <a:pt x="7478" y="1971"/>
                    <a:pt x="7585" y="3233"/>
                    <a:pt x="7288" y="4590"/>
                  </a:cubicBezTo>
                  <a:cubicBezTo>
                    <a:pt x="7276" y="4673"/>
                    <a:pt x="7323" y="4769"/>
                    <a:pt x="7407" y="4781"/>
                  </a:cubicBezTo>
                  <a:lnTo>
                    <a:pt x="7442" y="4781"/>
                  </a:lnTo>
                  <a:cubicBezTo>
                    <a:pt x="7514" y="4781"/>
                    <a:pt x="7585" y="4733"/>
                    <a:pt x="7597" y="4650"/>
                  </a:cubicBezTo>
                  <a:cubicBezTo>
                    <a:pt x="7978" y="2947"/>
                    <a:pt x="7752" y="1435"/>
                    <a:pt x="7740" y="1375"/>
                  </a:cubicBezTo>
                  <a:cubicBezTo>
                    <a:pt x="7728" y="1304"/>
                    <a:pt x="7669" y="1244"/>
                    <a:pt x="7573" y="1244"/>
                  </a:cubicBezTo>
                  <a:cubicBezTo>
                    <a:pt x="6037" y="1244"/>
                    <a:pt x="4001" y="30"/>
                    <a:pt x="3990" y="18"/>
                  </a:cubicBezTo>
                  <a:cubicBezTo>
                    <a:pt x="3966" y="6"/>
                    <a:pt x="3936" y="0"/>
                    <a:pt x="39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3"/>
            <p:cNvSpPr/>
            <p:nvPr/>
          </p:nvSpPr>
          <p:spPr>
            <a:xfrm>
              <a:off x="4248428" y="1633270"/>
              <a:ext cx="238407" cy="187288"/>
            </a:xfrm>
            <a:custGeom>
              <a:avLst/>
              <a:gdLst/>
              <a:ahLst/>
              <a:cxnLst/>
              <a:rect l="l" t="t" r="r" b="b"/>
              <a:pathLst>
                <a:path w="7490" h="5884" extrusionOk="0">
                  <a:moveTo>
                    <a:pt x="186" y="1"/>
                  </a:moveTo>
                  <a:cubicBezTo>
                    <a:pt x="180" y="1"/>
                    <a:pt x="174" y="1"/>
                    <a:pt x="168" y="2"/>
                  </a:cubicBezTo>
                  <a:cubicBezTo>
                    <a:pt x="72" y="2"/>
                    <a:pt x="1" y="97"/>
                    <a:pt x="13" y="181"/>
                  </a:cubicBezTo>
                  <a:cubicBezTo>
                    <a:pt x="84" y="1383"/>
                    <a:pt x="370" y="2455"/>
                    <a:pt x="846" y="3348"/>
                  </a:cubicBezTo>
                  <a:cubicBezTo>
                    <a:pt x="1501" y="4574"/>
                    <a:pt x="2513" y="5419"/>
                    <a:pt x="3859" y="5860"/>
                  </a:cubicBezTo>
                  <a:cubicBezTo>
                    <a:pt x="3870" y="5860"/>
                    <a:pt x="3882" y="5884"/>
                    <a:pt x="3894" y="5884"/>
                  </a:cubicBezTo>
                  <a:cubicBezTo>
                    <a:pt x="3918" y="5884"/>
                    <a:pt x="3930" y="5884"/>
                    <a:pt x="3942" y="5860"/>
                  </a:cubicBezTo>
                  <a:cubicBezTo>
                    <a:pt x="4811" y="5586"/>
                    <a:pt x="5549" y="5110"/>
                    <a:pt x="6133" y="4503"/>
                  </a:cubicBezTo>
                  <a:cubicBezTo>
                    <a:pt x="6716" y="3872"/>
                    <a:pt x="7157" y="3086"/>
                    <a:pt x="7442" y="2145"/>
                  </a:cubicBezTo>
                  <a:cubicBezTo>
                    <a:pt x="7490" y="2062"/>
                    <a:pt x="7442" y="1967"/>
                    <a:pt x="7347" y="1955"/>
                  </a:cubicBezTo>
                  <a:cubicBezTo>
                    <a:pt x="7330" y="1948"/>
                    <a:pt x="7313" y="1944"/>
                    <a:pt x="7296" y="1944"/>
                  </a:cubicBezTo>
                  <a:cubicBezTo>
                    <a:pt x="7228" y="1944"/>
                    <a:pt x="7164" y="1996"/>
                    <a:pt x="7145" y="2062"/>
                  </a:cubicBezTo>
                  <a:cubicBezTo>
                    <a:pt x="6871" y="2931"/>
                    <a:pt x="6454" y="3693"/>
                    <a:pt x="5906" y="4277"/>
                  </a:cubicBezTo>
                  <a:cubicBezTo>
                    <a:pt x="5371" y="4836"/>
                    <a:pt x="4704" y="5265"/>
                    <a:pt x="3894" y="5539"/>
                  </a:cubicBezTo>
                  <a:cubicBezTo>
                    <a:pt x="2668" y="5122"/>
                    <a:pt x="1727" y="4336"/>
                    <a:pt x="1132" y="3181"/>
                  </a:cubicBezTo>
                  <a:cubicBezTo>
                    <a:pt x="680" y="2336"/>
                    <a:pt x="418" y="1312"/>
                    <a:pt x="346" y="157"/>
                  </a:cubicBezTo>
                  <a:cubicBezTo>
                    <a:pt x="346" y="69"/>
                    <a:pt x="264" y="1"/>
                    <a:pt x="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3"/>
            <p:cNvSpPr/>
            <p:nvPr/>
          </p:nvSpPr>
          <p:spPr>
            <a:xfrm>
              <a:off x="4212429" y="1502385"/>
              <a:ext cx="321037" cy="353822"/>
            </a:xfrm>
            <a:custGeom>
              <a:avLst/>
              <a:gdLst/>
              <a:ahLst/>
              <a:cxnLst/>
              <a:rect l="l" t="t" r="r" b="b"/>
              <a:pathLst>
                <a:path w="10086" h="11116" extrusionOk="0">
                  <a:moveTo>
                    <a:pt x="5061" y="316"/>
                  </a:moveTo>
                  <a:cubicBezTo>
                    <a:pt x="5263" y="435"/>
                    <a:pt x="5811" y="757"/>
                    <a:pt x="6549" y="1066"/>
                  </a:cubicBezTo>
                  <a:cubicBezTo>
                    <a:pt x="7692" y="1554"/>
                    <a:pt x="8692" y="1828"/>
                    <a:pt x="9526" y="1852"/>
                  </a:cubicBezTo>
                  <a:cubicBezTo>
                    <a:pt x="9550" y="2328"/>
                    <a:pt x="9693" y="3876"/>
                    <a:pt x="9335" y="5579"/>
                  </a:cubicBezTo>
                  <a:cubicBezTo>
                    <a:pt x="9073" y="6745"/>
                    <a:pt x="8645" y="7757"/>
                    <a:pt x="8049" y="8591"/>
                  </a:cubicBezTo>
                  <a:cubicBezTo>
                    <a:pt x="7311" y="9603"/>
                    <a:pt x="6299" y="10341"/>
                    <a:pt x="5049" y="10770"/>
                  </a:cubicBezTo>
                  <a:cubicBezTo>
                    <a:pt x="3799" y="10341"/>
                    <a:pt x="2775" y="9603"/>
                    <a:pt x="2037" y="8591"/>
                  </a:cubicBezTo>
                  <a:cubicBezTo>
                    <a:pt x="1430" y="7781"/>
                    <a:pt x="989" y="6745"/>
                    <a:pt x="751" y="5579"/>
                  </a:cubicBezTo>
                  <a:cubicBezTo>
                    <a:pt x="394" y="3876"/>
                    <a:pt x="537" y="2316"/>
                    <a:pt x="596" y="1852"/>
                  </a:cubicBezTo>
                  <a:cubicBezTo>
                    <a:pt x="1406" y="1828"/>
                    <a:pt x="2418" y="1554"/>
                    <a:pt x="3573" y="1066"/>
                  </a:cubicBezTo>
                  <a:cubicBezTo>
                    <a:pt x="4299" y="757"/>
                    <a:pt x="4847" y="435"/>
                    <a:pt x="5061" y="316"/>
                  </a:cubicBezTo>
                  <a:close/>
                  <a:moveTo>
                    <a:pt x="5037" y="1"/>
                  </a:moveTo>
                  <a:cubicBezTo>
                    <a:pt x="5007" y="1"/>
                    <a:pt x="4978" y="7"/>
                    <a:pt x="4954" y="18"/>
                  </a:cubicBezTo>
                  <a:cubicBezTo>
                    <a:pt x="4930" y="30"/>
                    <a:pt x="2370" y="1554"/>
                    <a:pt x="441" y="1554"/>
                  </a:cubicBezTo>
                  <a:cubicBezTo>
                    <a:pt x="370" y="1554"/>
                    <a:pt x="299" y="1614"/>
                    <a:pt x="287" y="1685"/>
                  </a:cubicBezTo>
                  <a:cubicBezTo>
                    <a:pt x="263" y="1769"/>
                    <a:pt x="1" y="3578"/>
                    <a:pt x="429" y="5650"/>
                  </a:cubicBezTo>
                  <a:cubicBezTo>
                    <a:pt x="680" y="6865"/>
                    <a:pt x="1132" y="7924"/>
                    <a:pt x="1775" y="8793"/>
                  </a:cubicBezTo>
                  <a:cubicBezTo>
                    <a:pt x="2561" y="9877"/>
                    <a:pt x="3644" y="10651"/>
                    <a:pt x="5001" y="11091"/>
                  </a:cubicBezTo>
                  <a:cubicBezTo>
                    <a:pt x="5013" y="11091"/>
                    <a:pt x="5025" y="11115"/>
                    <a:pt x="5049" y="11115"/>
                  </a:cubicBezTo>
                  <a:cubicBezTo>
                    <a:pt x="5061" y="11115"/>
                    <a:pt x="5073" y="11115"/>
                    <a:pt x="5085" y="11091"/>
                  </a:cubicBezTo>
                  <a:cubicBezTo>
                    <a:pt x="6430" y="10651"/>
                    <a:pt x="7514" y="9877"/>
                    <a:pt x="8323" y="8793"/>
                  </a:cubicBezTo>
                  <a:cubicBezTo>
                    <a:pt x="8954" y="7924"/>
                    <a:pt x="9407" y="6865"/>
                    <a:pt x="9657" y="5650"/>
                  </a:cubicBezTo>
                  <a:cubicBezTo>
                    <a:pt x="10085" y="3566"/>
                    <a:pt x="9812" y="1769"/>
                    <a:pt x="9788" y="1685"/>
                  </a:cubicBezTo>
                  <a:cubicBezTo>
                    <a:pt x="9776" y="1614"/>
                    <a:pt x="9716" y="1554"/>
                    <a:pt x="9633" y="1554"/>
                  </a:cubicBezTo>
                  <a:cubicBezTo>
                    <a:pt x="7692" y="1554"/>
                    <a:pt x="5132" y="42"/>
                    <a:pt x="5121" y="18"/>
                  </a:cubicBezTo>
                  <a:cubicBezTo>
                    <a:pt x="5097" y="7"/>
                    <a:pt x="5067" y="1"/>
                    <a:pt x="5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2" name="Google Shape;1312;p43"/>
          <p:cNvGrpSpPr/>
          <p:nvPr/>
        </p:nvGrpSpPr>
        <p:grpSpPr>
          <a:xfrm>
            <a:off x="5715848" y="1907686"/>
            <a:ext cx="337684" cy="314194"/>
            <a:chOff x="6099375" y="2456075"/>
            <a:chExt cx="337684" cy="314194"/>
          </a:xfrm>
        </p:grpSpPr>
        <p:sp>
          <p:nvSpPr>
            <p:cNvPr id="1313" name="Google Shape;1313;p43"/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3"/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5" name="Google Shape;1315;p43"/>
          <p:cNvGrpSpPr/>
          <p:nvPr/>
        </p:nvGrpSpPr>
        <p:grpSpPr>
          <a:xfrm>
            <a:off x="5771566" y="2583119"/>
            <a:ext cx="350576" cy="280454"/>
            <a:chOff x="7500054" y="2934735"/>
            <a:chExt cx="350576" cy="280454"/>
          </a:xfrm>
        </p:grpSpPr>
        <p:sp>
          <p:nvSpPr>
            <p:cNvPr id="1316" name="Google Shape;1316;p43"/>
            <p:cNvSpPr/>
            <p:nvPr/>
          </p:nvSpPr>
          <p:spPr>
            <a:xfrm>
              <a:off x="7571671" y="2959371"/>
              <a:ext cx="191426" cy="10249"/>
            </a:xfrm>
            <a:custGeom>
              <a:avLst/>
              <a:gdLst/>
              <a:ahLst/>
              <a:cxnLst/>
              <a:rect l="l" t="t" r="r" b="b"/>
              <a:pathLst>
                <a:path w="6014" h="322" extrusionOk="0">
                  <a:moveTo>
                    <a:pt x="156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5847" y="322"/>
                  </a:lnTo>
                  <a:cubicBezTo>
                    <a:pt x="5930" y="322"/>
                    <a:pt x="6014" y="250"/>
                    <a:pt x="6014" y="167"/>
                  </a:cubicBezTo>
                  <a:cubicBezTo>
                    <a:pt x="6014" y="71"/>
                    <a:pt x="5930" y="0"/>
                    <a:pt x="58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3"/>
            <p:cNvSpPr/>
            <p:nvPr/>
          </p:nvSpPr>
          <p:spPr>
            <a:xfrm>
              <a:off x="7500054" y="2934735"/>
              <a:ext cx="350576" cy="280454"/>
            </a:xfrm>
            <a:custGeom>
              <a:avLst/>
              <a:gdLst/>
              <a:ahLst/>
              <a:cxnLst/>
              <a:rect l="l" t="t" r="r" b="b"/>
              <a:pathLst>
                <a:path w="11014" h="8811" extrusionOk="0">
                  <a:moveTo>
                    <a:pt x="1501" y="310"/>
                  </a:moveTo>
                  <a:lnTo>
                    <a:pt x="1501" y="1560"/>
                  </a:lnTo>
                  <a:lnTo>
                    <a:pt x="310" y="1560"/>
                  </a:lnTo>
                  <a:lnTo>
                    <a:pt x="310" y="417"/>
                  </a:lnTo>
                  <a:cubicBezTo>
                    <a:pt x="310" y="357"/>
                    <a:pt x="358" y="310"/>
                    <a:pt x="417" y="310"/>
                  </a:cubicBezTo>
                  <a:close/>
                  <a:moveTo>
                    <a:pt x="8990" y="310"/>
                  </a:moveTo>
                  <a:cubicBezTo>
                    <a:pt x="9049" y="310"/>
                    <a:pt x="9097" y="357"/>
                    <a:pt x="9097" y="417"/>
                  </a:cubicBezTo>
                  <a:lnTo>
                    <a:pt x="9097" y="1560"/>
                  </a:lnTo>
                  <a:lnTo>
                    <a:pt x="1834" y="1560"/>
                  </a:lnTo>
                  <a:lnTo>
                    <a:pt x="1834" y="310"/>
                  </a:lnTo>
                  <a:close/>
                  <a:moveTo>
                    <a:pt x="10419" y="3453"/>
                  </a:moveTo>
                  <a:cubicBezTo>
                    <a:pt x="10561" y="3453"/>
                    <a:pt x="10704" y="3572"/>
                    <a:pt x="10704" y="3739"/>
                  </a:cubicBezTo>
                  <a:cubicBezTo>
                    <a:pt x="10704" y="3893"/>
                    <a:pt x="10561" y="4013"/>
                    <a:pt x="10419" y="4013"/>
                  </a:cubicBezTo>
                  <a:cubicBezTo>
                    <a:pt x="10264" y="4013"/>
                    <a:pt x="10133" y="3893"/>
                    <a:pt x="10133" y="3739"/>
                  </a:cubicBezTo>
                  <a:cubicBezTo>
                    <a:pt x="10133" y="3572"/>
                    <a:pt x="10252" y="3453"/>
                    <a:pt x="10419" y="3453"/>
                  </a:cubicBezTo>
                  <a:close/>
                  <a:moveTo>
                    <a:pt x="6537" y="4786"/>
                  </a:moveTo>
                  <a:cubicBezTo>
                    <a:pt x="6680" y="4786"/>
                    <a:pt x="6811" y="4906"/>
                    <a:pt x="6811" y="5072"/>
                  </a:cubicBezTo>
                  <a:cubicBezTo>
                    <a:pt x="6811" y="5239"/>
                    <a:pt x="6680" y="5358"/>
                    <a:pt x="6537" y="5358"/>
                  </a:cubicBezTo>
                  <a:cubicBezTo>
                    <a:pt x="6382" y="5358"/>
                    <a:pt x="6251" y="5239"/>
                    <a:pt x="6251" y="5072"/>
                  </a:cubicBezTo>
                  <a:cubicBezTo>
                    <a:pt x="6251" y="4906"/>
                    <a:pt x="6370" y="4786"/>
                    <a:pt x="6537" y="4786"/>
                  </a:cubicBezTo>
                  <a:close/>
                  <a:moveTo>
                    <a:pt x="8240" y="6156"/>
                  </a:moveTo>
                  <a:cubicBezTo>
                    <a:pt x="8394" y="6156"/>
                    <a:pt x="8525" y="6275"/>
                    <a:pt x="8525" y="6441"/>
                  </a:cubicBezTo>
                  <a:cubicBezTo>
                    <a:pt x="8525" y="6608"/>
                    <a:pt x="8394" y="6727"/>
                    <a:pt x="8240" y="6727"/>
                  </a:cubicBezTo>
                  <a:cubicBezTo>
                    <a:pt x="8097" y="6727"/>
                    <a:pt x="7966" y="6608"/>
                    <a:pt x="7966" y="6441"/>
                  </a:cubicBezTo>
                  <a:cubicBezTo>
                    <a:pt x="7966" y="6299"/>
                    <a:pt x="8073" y="6156"/>
                    <a:pt x="8240" y="6156"/>
                  </a:cubicBezTo>
                  <a:close/>
                  <a:moveTo>
                    <a:pt x="4811" y="6382"/>
                  </a:moveTo>
                  <a:cubicBezTo>
                    <a:pt x="4954" y="6382"/>
                    <a:pt x="5085" y="6501"/>
                    <a:pt x="5085" y="6668"/>
                  </a:cubicBezTo>
                  <a:cubicBezTo>
                    <a:pt x="5085" y="6834"/>
                    <a:pt x="4954" y="6953"/>
                    <a:pt x="4811" y="6953"/>
                  </a:cubicBezTo>
                  <a:cubicBezTo>
                    <a:pt x="4656" y="6953"/>
                    <a:pt x="4525" y="6834"/>
                    <a:pt x="4525" y="6668"/>
                  </a:cubicBezTo>
                  <a:cubicBezTo>
                    <a:pt x="4525" y="6501"/>
                    <a:pt x="4644" y="6382"/>
                    <a:pt x="4811" y="6382"/>
                  </a:cubicBezTo>
                  <a:close/>
                  <a:moveTo>
                    <a:pt x="417" y="0"/>
                  </a:moveTo>
                  <a:cubicBezTo>
                    <a:pt x="179" y="0"/>
                    <a:pt x="1" y="143"/>
                    <a:pt x="1" y="417"/>
                  </a:cubicBezTo>
                  <a:lnTo>
                    <a:pt x="1" y="8382"/>
                  </a:lnTo>
                  <a:cubicBezTo>
                    <a:pt x="1" y="8620"/>
                    <a:pt x="191" y="8787"/>
                    <a:pt x="417" y="8787"/>
                  </a:cubicBezTo>
                  <a:lnTo>
                    <a:pt x="4513" y="8787"/>
                  </a:lnTo>
                  <a:cubicBezTo>
                    <a:pt x="4596" y="8787"/>
                    <a:pt x="4668" y="8715"/>
                    <a:pt x="4668" y="8632"/>
                  </a:cubicBezTo>
                  <a:cubicBezTo>
                    <a:pt x="4668" y="8537"/>
                    <a:pt x="4596" y="8465"/>
                    <a:pt x="4513" y="8465"/>
                  </a:cubicBezTo>
                  <a:lnTo>
                    <a:pt x="417" y="8465"/>
                  </a:lnTo>
                  <a:cubicBezTo>
                    <a:pt x="358" y="8465"/>
                    <a:pt x="310" y="8418"/>
                    <a:pt x="310" y="8358"/>
                  </a:cubicBezTo>
                  <a:lnTo>
                    <a:pt x="310" y="1869"/>
                  </a:lnTo>
                  <a:lnTo>
                    <a:pt x="9073" y="1869"/>
                  </a:lnTo>
                  <a:lnTo>
                    <a:pt x="9073" y="5144"/>
                  </a:lnTo>
                  <a:lnTo>
                    <a:pt x="8502" y="5894"/>
                  </a:lnTo>
                  <a:cubicBezTo>
                    <a:pt x="8418" y="5846"/>
                    <a:pt x="8335" y="5834"/>
                    <a:pt x="8240" y="5834"/>
                  </a:cubicBezTo>
                  <a:cubicBezTo>
                    <a:pt x="8109" y="5834"/>
                    <a:pt x="7978" y="5870"/>
                    <a:pt x="7871" y="5965"/>
                  </a:cubicBezTo>
                  <a:lnTo>
                    <a:pt x="7073" y="5322"/>
                  </a:lnTo>
                  <a:cubicBezTo>
                    <a:pt x="7109" y="5251"/>
                    <a:pt x="7132" y="5156"/>
                    <a:pt x="7132" y="5060"/>
                  </a:cubicBezTo>
                  <a:cubicBezTo>
                    <a:pt x="7132" y="4727"/>
                    <a:pt x="6859" y="4441"/>
                    <a:pt x="6513" y="4441"/>
                  </a:cubicBezTo>
                  <a:cubicBezTo>
                    <a:pt x="6192" y="4441"/>
                    <a:pt x="5906" y="4715"/>
                    <a:pt x="5906" y="5060"/>
                  </a:cubicBezTo>
                  <a:cubicBezTo>
                    <a:pt x="5906" y="5167"/>
                    <a:pt x="5942" y="5263"/>
                    <a:pt x="5978" y="5358"/>
                  </a:cubicBezTo>
                  <a:lnTo>
                    <a:pt x="5108" y="6144"/>
                  </a:lnTo>
                  <a:cubicBezTo>
                    <a:pt x="5013" y="6084"/>
                    <a:pt x="4906" y="6049"/>
                    <a:pt x="4787" y="6049"/>
                  </a:cubicBezTo>
                  <a:cubicBezTo>
                    <a:pt x="4465" y="6049"/>
                    <a:pt x="4180" y="6322"/>
                    <a:pt x="4180" y="6668"/>
                  </a:cubicBezTo>
                  <a:cubicBezTo>
                    <a:pt x="4180" y="6989"/>
                    <a:pt x="4454" y="7275"/>
                    <a:pt x="4787" y="7275"/>
                  </a:cubicBezTo>
                  <a:cubicBezTo>
                    <a:pt x="5132" y="7275"/>
                    <a:pt x="5406" y="7001"/>
                    <a:pt x="5406" y="6668"/>
                  </a:cubicBezTo>
                  <a:cubicBezTo>
                    <a:pt x="5406" y="6560"/>
                    <a:pt x="5370" y="6465"/>
                    <a:pt x="5323" y="6382"/>
                  </a:cubicBezTo>
                  <a:lnTo>
                    <a:pt x="6204" y="5572"/>
                  </a:lnTo>
                  <a:cubicBezTo>
                    <a:pt x="6299" y="5620"/>
                    <a:pt x="6394" y="5656"/>
                    <a:pt x="6501" y="5656"/>
                  </a:cubicBezTo>
                  <a:cubicBezTo>
                    <a:pt x="6620" y="5656"/>
                    <a:pt x="6740" y="5620"/>
                    <a:pt x="6835" y="5548"/>
                  </a:cubicBezTo>
                  <a:lnTo>
                    <a:pt x="7644" y="6203"/>
                  </a:lnTo>
                  <a:cubicBezTo>
                    <a:pt x="7621" y="6263"/>
                    <a:pt x="7609" y="6334"/>
                    <a:pt x="7609" y="6406"/>
                  </a:cubicBezTo>
                  <a:cubicBezTo>
                    <a:pt x="7609" y="6739"/>
                    <a:pt x="7871" y="7025"/>
                    <a:pt x="8216" y="7025"/>
                  </a:cubicBezTo>
                  <a:cubicBezTo>
                    <a:pt x="8561" y="7025"/>
                    <a:pt x="8823" y="6751"/>
                    <a:pt x="8823" y="6406"/>
                  </a:cubicBezTo>
                  <a:cubicBezTo>
                    <a:pt x="8823" y="6287"/>
                    <a:pt x="8799" y="6168"/>
                    <a:pt x="8716" y="6084"/>
                  </a:cubicBezTo>
                  <a:lnTo>
                    <a:pt x="9061" y="5656"/>
                  </a:lnTo>
                  <a:lnTo>
                    <a:pt x="9061" y="8382"/>
                  </a:lnTo>
                  <a:cubicBezTo>
                    <a:pt x="9061" y="8442"/>
                    <a:pt x="9014" y="8477"/>
                    <a:pt x="8954" y="8477"/>
                  </a:cubicBezTo>
                  <a:lnTo>
                    <a:pt x="5227" y="8477"/>
                  </a:lnTo>
                  <a:cubicBezTo>
                    <a:pt x="5132" y="8477"/>
                    <a:pt x="5061" y="8561"/>
                    <a:pt x="5061" y="8644"/>
                  </a:cubicBezTo>
                  <a:cubicBezTo>
                    <a:pt x="5061" y="8739"/>
                    <a:pt x="5132" y="8811"/>
                    <a:pt x="5227" y="8811"/>
                  </a:cubicBezTo>
                  <a:lnTo>
                    <a:pt x="8954" y="8811"/>
                  </a:lnTo>
                  <a:cubicBezTo>
                    <a:pt x="9192" y="8811"/>
                    <a:pt x="9371" y="8620"/>
                    <a:pt x="9371" y="8394"/>
                  </a:cubicBezTo>
                  <a:lnTo>
                    <a:pt x="9371" y="5287"/>
                  </a:lnTo>
                  <a:lnTo>
                    <a:pt x="10145" y="4298"/>
                  </a:lnTo>
                  <a:cubicBezTo>
                    <a:pt x="10228" y="4334"/>
                    <a:pt x="10299" y="4346"/>
                    <a:pt x="10383" y="4346"/>
                  </a:cubicBezTo>
                  <a:cubicBezTo>
                    <a:pt x="10716" y="4346"/>
                    <a:pt x="10990" y="4072"/>
                    <a:pt x="10990" y="3739"/>
                  </a:cubicBezTo>
                  <a:cubicBezTo>
                    <a:pt x="11014" y="3405"/>
                    <a:pt x="10740" y="3131"/>
                    <a:pt x="10419" y="3131"/>
                  </a:cubicBezTo>
                  <a:cubicBezTo>
                    <a:pt x="10085" y="3131"/>
                    <a:pt x="9811" y="3405"/>
                    <a:pt x="9811" y="3751"/>
                  </a:cubicBezTo>
                  <a:cubicBezTo>
                    <a:pt x="9811" y="3882"/>
                    <a:pt x="9847" y="4001"/>
                    <a:pt x="9930" y="4108"/>
                  </a:cubicBezTo>
                  <a:lnTo>
                    <a:pt x="9407" y="4763"/>
                  </a:lnTo>
                  <a:lnTo>
                    <a:pt x="9407" y="381"/>
                  </a:lnTo>
                  <a:cubicBezTo>
                    <a:pt x="9407" y="191"/>
                    <a:pt x="9276" y="0"/>
                    <a:pt x="89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3"/>
            <p:cNvSpPr/>
            <p:nvPr/>
          </p:nvSpPr>
          <p:spPr>
            <a:xfrm>
              <a:off x="7539459" y="3074564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3"/>
            <p:cNvSpPr/>
            <p:nvPr/>
          </p:nvSpPr>
          <p:spPr>
            <a:xfrm>
              <a:off x="7539459" y="3099582"/>
              <a:ext cx="82663" cy="10249"/>
            </a:xfrm>
            <a:custGeom>
              <a:avLst/>
              <a:gdLst/>
              <a:ahLst/>
              <a:cxnLst/>
              <a:rect l="l" t="t" r="r" b="b"/>
              <a:pathLst>
                <a:path w="2597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3"/>
            <p:cNvSpPr/>
            <p:nvPr/>
          </p:nvSpPr>
          <p:spPr>
            <a:xfrm>
              <a:off x="7539459" y="3124601"/>
              <a:ext cx="82663" cy="10631"/>
            </a:xfrm>
            <a:custGeom>
              <a:avLst/>
              <a:gdLst/>
              <a:ahLst/>
              <a:cxnLst/>
              <a:rect l="l" t="t" r="r" b="b"/>
              <a:pathLst>
                <a:path w="2597" h="334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50"/>
                    <a:pt x="2596" y="167"/>
                  </a:cubicBezTo>
                  <a:cubicBezTo>
                    <a:pt x="2596" y="72"/>
                    <a:pt x="2525" y="0"/>
                    <a:pt x="2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3"/>
            <p:cNvSpPr/>
            <p:nvPr/>
          </p:nvSpPr>
          <p:spPr>
            <a:xfrm>
              <a:off x="7539459" y="3149587"/>
              <a:ext cx="82663" cy="10663"/>
            </a:xfrm>
            <a:custGeom>
              <a:avLst/>
              <a:gdLst/>
              <a:ahLst/>
              <a:cxnLst/>
              <a:rect l="l" t="t" r="r" b="b"/>
              <a:pathLst>
                <a:path w="2597" h="335" extrusionOk="0">
                  <a:moveTo>
                    <a:pt x="156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56" y="334"/>
                  </a:cubicBezTo>
                  <a:lnTo>
                    <a:pt x="2442" y="334"/>
                  </a:lnTo>
                  <a:cubicBezTo>
                    <a:pt x="2525" y="334"/>
                    <a:pt x="2596" y="263"/>
                    <a:pt x="2596" y="168"/>
                  </a:cubicBezTo>
                  <a:cubicBezTo>
                    <a:pt x="2596" y="84"/>
                    <a:pt x="2525" y="1"/>
                    <a:pt x="2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3"/>
            <p:cNvSpPr/>
            <p:nvPr/>
          </p:nvSpPr>
          <p:spPr>
            <a:xfrm>
              <a:off x="7539459" y="3174988"/>
              <a:ext cx="82663" cy="10281"/>
            </a:xfrm>
            <a:custGeom>
              <a:avLst/>
              <a:gdLst/>
              <a:ahLst/>
              <a:cxnLst/>
              <a:rect l="l" t="t" r="r" b="b"/>
              <a:pathLst>
                <a:path w="2597" h="323" extrusionOk="0">
                  <a:moveTo>
                    <a:pt x="156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442" y="322"/>
                  </a:lnTo>
                  <a:cubicBezTo>
                    <a:pt x="2525" y="322"/>
                    <a:pt x="2596" y="251"/>
                    <a:pt x="2596" y="155"/>
                  </a:cubicBezTo>
                  <a:cubicBezTo>
                    <a:pt x="2596" y="72"/>
                    <a:pt x="2525" y="1"/>
                    <a:pt x="2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3"/>
            <p:cNvSpPr/>
            <p:nvPr/>
          </p:nvSpPr>
          <p:spPr>
            <a:xfrm>
              <a:off x="7539459" y="3011286"/>
              <a:ext cx="220614" cy="47395"/>
            </a:xfrm>
            <a:custGeom>
              <a:avLst/>
              <a:gdLst/>
              <a:ahLst/>
              <a:cxnLst/>
              <a:rect l="l" t="t" r="r" b="b"/>
              <a:pathLst>
                <a:path w="6931" h="1489" extrusionOk="0">
                  <a:moveTo>
                    <a:pt x="418" y="0"/>
                  </a:moveTo>
                  <a:cubicBezTo>
                    <a:pt x="179" y="0"/>
                    <a:pt x="1" y="191"/>
                    <a:pt x="1" y="417"/>
                  </a:cubicBezTo>
                  <a:lnTo>
                    <a:pt x="1" y="1072"/>
                  </a:lnTo>
                  <a:cubicBezTo>
                    <a:pt x="1" y="1310"/>
                    <a:pt x="191" y="1488"/>
                    <a:pt x="418" y="1488"/>
                  </a:cubicBezTo>
                  <a:lnTo>
                    <a:pt x="3251" y="1488"/>
                  </a:lnTo>
                  <a:cubicBezTo>
                    <a:pt x="3346" y="1488"/>
                    <a:pt x="3418" y="1417"/>
                    <a:pt x="3418" y="1322"/>
                  </a:cubicBezTo>
                  <a:cubicBezTo>
                    <a:pt x="3418" y="1238"/>
                    <a:pt x="3346" y="1167"/>
                    <a:pt x="3251" y="1167"/>
                  </a:cubicBezTo>
                  <a:lnTo>
                    <a:pt x="418" y="1167"/>
                  </a:lnTo>
                  <a:cubicBezTo>
                    <a:pt x="358" y="1167"/>
                    <a:pt x="310" y="1119"/>
                    <a:pt x="310" y="1060"/>
                  </a:cubicBezTo>
                  <a:lnTo>
                    <a:pt x="310" y="405"/>
                  </a:lnTo>
                  <a:cubicBezTo>
                    <a:pt x="310" y="345"/>
                    <a:pt x="358" y="298"/>
                    <a:pt x="418" y="298"/>
                  </a:cubicBezTo>
                  <a:lnTo>
                    <a:pt x="6502" y="298"/>
                  </a:lnTo>
                  <a:cubicBezTo>
                    <a:pt x="6561" y="298"/>
                    <a:pt x="6609" y="345"/>
                    <a:pt x="6609" y="405"/>
                  </a:cubicBezTo>
                  <a:lnTo>
                    <a:pt x="6609" y="1060"/>
                  </a:lnTo>
                  <a:cubicBezTo>
                    <a:pt x="6609" y="1119"/>
                    <a:pt x="6561" y="1167"/>
                    <a:pt x="6502" y="1167"/>
                  </a:cubicBezTo>
                  <a:lnTo>
                    <a:pt x="4013" y="1167"/>
                  </a:lnTo>
                  <a:cubicBezTo>
                    <a:pt x="3930" y="1167"/>
                    <a:pt x="3847" y="1238"/>
                    <a:pt x="3847" y="1322"/>
                  </a:cubicBezTo>
                  <a:cubicBezTo>
                    <a:pt x="3847" y="1417"/>
                    <a:pt x="3930" y="1488"/>
                    <a:pt x="4013" y="1488"/>
                  </a:cubicBezTo>
                  <a:lnTo>
                    <a:pt x="6502" y="1488"/>
                  </a:lnTo>
                  <a:cubicBezTo>
                    <a:pt x="6740" y="1488"/>
                    <a:pt x="6918" y="1298"/>
                    <a:pt x="6918" y="1072"/>
                  </a:cubicBezTo>
                  <a:lnTo>
                    <a:pt x="6918" y="417"/>
                  </a:lnTo>
                  <a:cubicBezTo>
                    <a:pt x="6930" y="203"/>
                    <a:pt x="6740" y="0"/>
                    <a:pt x="65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D44A608-3E4D-6EA5-A99F-A9B00699E149}"/>
              </a:ext>
            </a:extLst>
          </p:cNvPr>
          <p:cNvSpPr txBox="1"/>
          <p:nvPr/>
        </p:nvSpPr>
        <p:spPr>
          <a:xfrm>
            <a:off x="977455" y="139245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Purpose:</a:t>
            </a: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Generate human-readable explanations for toxicity predictions.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AE922-26CD-006D-9DC7-8F1BB437DFAC}"/>
              </a:ext>
            </a:extLst>
          </p:cNvPr>
          <p:cNvSpPr txBox="1"/>
          <p:nvPr/>
        </p:nvSpPr>
        <p:spPr>
          <a:xfrm>
            <a:off x="1002436" y="2378634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Example</a:t>
            </a: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Maven Pro" panose="020B0604020202020204" charset="0"/>
            </a:endParaRPr>
          </a:p>
          <a:p>
            <a:pPr>
              <a:buNone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Comment :“ I will kill you ”</a:t>
            </a:r>
          </a:p>
          <a:p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Prediction: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Toxic = 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Threat = 1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Maven Pro" panose="020B0604020202020204" charset="0"/>
            </a:endParaRPr>
          </a:p>
          <a:p>
            <a:pPr>
              <a:buNone/>
            </a:pPr>
            <a:endParaRPr lang="en-US" dirty="0">
              <a:solidFill>
                <a:schemeClr val="tx1"/>
              </a:solidFill>
              <a:latin typeface="Maven Pro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29F00-A239-CBC2-9BCB-DF97B64061C9}"/>
              </a:ext>
            </a:extLst>
          </p:cNvPr>
          <p:cNvSpPr txBox="1"/>
          <p:nvPr/>
        </p:nvSpPr>
        <p:spPr>
          <a:xfrm>
            <a:off x="1002436" y="395959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Maven Pro" panose="020B0604020202020204" charset="0"/>
              </a:rPr>
              <a:t>Benefits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Improves transparency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Makes predictions understandable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Maven Pro" panose="020B0604020202020204" charset="0"/>
              </a:rPr>
              <a:t>Enhances user trust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Technologies Used</a:t>
            </a:r>
            <a:endParaRPr dirty="0"/>
          </a:p>
        </p:txBody>
      </p:sp>
      <p:sp>
        <p:nvSpPr>
          <p:cNvPr id="838" name="Google Shape;838;p31"/>
          <p:cNvSpPr/>
          <p:nvPr/>
        </p:nvSpPr>
        <p:spPr>
          <a:xfrm rot="2700000">
            <a:off x="1850478" y="2372820"/>
            <a:ext cx="1049205" cy="104920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1"/>
          <p:cNvSpPr/>
          <p:nvPr/>
        </p:nvSpPr>
        <p:spPr>
          <a:xfrm rot="2700000">
            <a:off x="2947895" y="2372820"/>
            <a:ext cx="1049205" cy="10492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1"/>
          <p:cNvSpPr/>
          <p:nvPr/>
        </p:nvSpPr>
        <p:spPr>
          <a:xfrm rot="2700000">
            <a:off x="4045311" y="2372820"/>
            <a:ext cx="1049205" cy="10492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1"/>
          <p:cNvSpPr/>
          <p:nvPr/>
        </p:nvSpPr>
        <p:spPr>
          <a:xfrm rot="2700000">
            <a:off x="5142727" y="2372820"/>
            <a:ext cx="1049205" cy="1049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31"/>
          <p:cNvSpPr/>
          <p:nvPr/>
        </p:nvSpPr>
        <p:spPr>
          <a:xfrm>
            <a:off x="2730286" y="2702722"/>
            <a:ext cx="389400" cy="3894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31"/>
          <p:cNvSpPr/>
          <p:nvPr/>
        </p:nvSpPr>
        <p:spPr>
          <a:xfrm>
            <a:off x="3828196" y="2702722"/>
            <a:ext cx="389400" cy="3894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31"/>
          <p:cNvSpPr/>
          <p:nvPr/>
        </p:nvSpPr>
        <p:spPr>
          <a:xfrm>
            <a:off x="4926105" y="2702722"/>
            <a:ext cx="389400" cy="3894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5" name="Google Shape;845;p31"/>
          <p:cNvCxnSpPr>
            <a:stCxn id="842" idx="2"/>
            <a:endCxn id="846" idx="0"/>
          </p:cNvCxnSpPr>
          <p:nvPr/>
        </p:nvCxnSpPr>
        <p:spPr>
          <a:xfrm>
            <a:off x="2924986" y="3092122"/>
            <a:ext cx="3000" cy="5499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7" name="Google Shape;847;p31"/>
          <p:cNvCxnSpPr>
            <a:stCxn id="843" idx="0"/>
            <a:endCxn id="848" idx="2"/>
          </p:cNvCxnSpPr>
          <p:nvPr/>
        </p:nvCxnSpPr>
        <p:spPr>
          <a:xfrm rot="10800000" flipH="1">
            <a:off x="4022896" y="2155522"/>
            <a:ext cx="5700" cy="547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49" name="Google Shape;849;p31"/>
          <p:cNvCxnSpPr>
            <a:stCxn id="844" idx="2"/>
            <a:endCxn id="850" idx="0"/>
          </p:cNvCxnSpPr>
          <p:nvPr/>
        </p:nvCxnSpPr>
        <p:spPr>
          <a:xfrm>
            <a:off x="5120805" y="3092122"/>
            <a:ext cx="1500" cy="5499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851" name="Google Shape;851;p31"/>
          <p:cNvGrpSpPr/>
          <p:nvPr/>
        </p:nvGrpSpPr>
        <p:grpSpPr>
          <a:xfrm>
            <a:off x="2194612" y="3642003"/>
            <a:ext cx="1466707" cy="786935"/>
            <a:chOff x="2194612" y="3566156"/>
            <a:chExt cx="1466707" cy="786935"/>
          </a:xfrm>
        </p:grpSpPr>
        <p:sp>
          <p:nvSpPr>
            <p:cNvPr id="846" name="Google Shape;846;p31"/>
            <p:cNvSpPr txBox="1"/>
            <p:nvPr/>
          </p:nvSpPr>
          <p:spPr>
            <a:xfrm>
              <a:off x="2194619" y="3566156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Python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52" name="Google Shape;852;p31"/>
            <p:cNvSpPr txBox="1"/>
            <p:nvPr/>
          </p:nvSpPr>
          <p:spPr>
            <a:xfrm>
              <a:off x="2194612" y="3868591"/>
              <a:ext cx="1466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rPr>
                <a:t>Deployment</a:t>
              </a: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53" name="Google Shape;853;p31"/>
          <p:cNvGrpSpPr/>
          <p:nvPr/>
        </p:nvGrpSpPr>
        <p:grpSpPr>
          <a:xfrm>
            <a:off x="4388892" y="3642003"/>
            <a:ext cx="1466707" cy="786935"/>
            <a:chOff x="4388892" y="3566156"/>
            <a:chExt cx="1466707" cy="786935"/>
          </a:xfrm>
        </p:grpSpPr>
        <p:sp>
          <p:nvSpPr>
            <p:cNvPr id="850" name="Google Shape;850;p31"/>
            <p:cNvSpPr txBox="1"/>
            <p:nvPr/>
          </p:nvSpPr>
          <p:spPr>
            <a:xfrm>
              <a:off x="4388899" y="3566156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NLTK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54" name="Google Shape;854;p31"/>
            <p:cNvSpPr txBox="1"/>
            <p:nvPr/>
          </p:nvSpPr>
          <p:spPr>
            <a:xfrm>
              <a:off x="4388892" y="3868591"/>
              <a:ext cx="1466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rPr>
                <a:t>NLP preprocessing</a:t>
              </a: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855" name="Google Shape;855;p31"/>
          <p:cNvGrpSpPr/>
          <p:nvPr/>
        </p:nvGrpSpPr>
        <p:grpSpPr>
          <a:xfrm>
            <a:off x="3295262" y="1337541"/>
            <a:ext cx="1466707" cy="817974"/>
            <a:chOff x="3295262" y="1261694"/>
            <a:chExt cx="1466707" cy="817974"/>
          </a:xfrm>
        </p:grpSpPr>
        <p:sp>
          <p:nvSpPr>
            <p:cNvPr id="848" name="Google Shape;848;p31"/>
            <p:cNvSpPr txBox="1"/>
            <p:nvPr/>
          </p:nvSpPr>
          <p:spPr>
            <a:xfrm>
              <a:off x="3295269" y="1622467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Scikit-learn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56" name="Google Shape;856;p31"/>
            <p:cNvSpPr txBox="1"/>
            <p:nvPr/>
          </p:nvSpPr>
          <p:spPr>
            <a:xfrm>
              <a:off x="3295262" y="1261694"/>
              <a:ext cx="1466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rPr>
                <a:t>ML models</a:t>
              </a: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sp>
        <p:nvSpPr>
          <p:cNvPr id="857" name="Google Shape;857;p31"/>
          <p:cNvSpPr/>
          <p:nvPr/>
        </p:nvSpPr>
        <p:spPr>
          <a:xfrm rot="2700000">
            <a:off x="6240144" y="2372820"/>
            <a:ext cx="1049205" cy="10492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31"/>
          <p:cNvSpPr/>
          <p:nvPr/>
        </p:nvSpPr>
        <p:spPr>
          <a:xfrm>
            <a:off x="6024015" y="2702722"/>
            <a:ext cx="389400" cy="3894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9" name="Google Shape;859;p31"/>
          <p:cNvCxnSpPr>
            <a:endCxn id="860" idx="2"/>
          </p:cNvCxnSpPr>
          <p:nvPr/>
        </p:nvCxnSpPr>
        <p:spPr>
          <a:xfrm rot="10800000" flipH="1">
            <a:off x="6213446" y="2155515"/>
            <a:ext cx="2400" cy="547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861" name="Google Shape;861;p31"/>
          <p:cNvGrpSpPr/>
          <p:nvPr/>
        </p:nvGrpSpPr>
        <p:grpSpPr>
          <a:xfrm>
            <a:off x="5482490" y="1337541"/>
            <a:ext cx="1466707" cy="817974"/>
            <a:chOff x="5482490" y="1261694"/>
            <a:chExt cx="1466707" cy="817974"/>
          </a:xfrm>
        </p:grpSpPr>
        <p:sp>
          <p:nvSpPr>
            <p:cNvPr id="860" name="Google Shape;860;p31"/>
            <p:cNvSpPr txBox="1"/>
            <p:nvPr/>
          </p:nvSpPr>
          <p:spPr>
            <a:xfrm>
              <a:off x="5482496" y="1622467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TF-IDF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862" name="Google Shape;862;p31"/>
            <p:cNvSpPr txBox="1"/>
            <p:nvPr/>
          </p:nvSpPr>
          <p:spPr>
            <a:xfrm>
              <a:off x="5482490" y="1261694"/>
              <a:ext cx="1466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rPr>
                <a:t>Feature extraction</a:t>
              </a: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cxnSp>
        <p:nvCxnSpPr>
          <p:cNvPr id="2" name="Google Shape;859;p31">
            <a:extLst>
              <a:ext uri="{FF2B5EF4-FFF2-40B4-BE49-F238E27FC236}">
                <a16:creationId xmlns:a16="http://schemas.microsoft.com/office/drawing/2014/main" id="{FE135809-0AFB-F440-7F5A-CAC3B1C32ECE}"/>
              </a:ext>
            </a:extLst>
          </p:cNvPr>
          <p:cNvCxnSpPr/>
          <p:nvPr/>
        </p:nvCxnSpPr>
        <p:spPr>
          <a:xfrm rot="10800000" flipH="1">
            <a:off x="7504633" y="2876443"/>
            <a:ext cx="2400" cy="547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" name="Google Shape;861;p31">
            <a:extLst>
              <a:ext uri="{FF2B5EF4-FFF2-40B4-BE49-F238E27FC236}">
                <a16:creationId xmlns:a16="http://schemas.microsoft.com/office/drawing/2014/main" id="{B2C3AB78-29CE-B59F-5DF0-B1500A7431E0}"/>
              </a:ext>
            </a:extLst>
          </p:cNvPr>
          <p:cNvGrpSpPr/>
          <p:nvPr/>
        </p:nvGrpSpPr>
        <p:grpSpPr>
          <a:xfrm>
            <a:off x="6771300" y="3461616"/>
            <a:ext cx="1466707" cy="817974"/>
            <a:chOff x="5482490" y="1261694"/>
            <a:chExt cx="1466707" cy="817974"/>
          </a:xfrm>
        </p:grpSpPr>
        <p:sp>
          <p:nvSpPr>
            <p:cNvPr id="4" name="Google Shape;860;p31">
              <a:extLst>
                <a:ext uri="{FF2B5EF4-FFF2-40B4-BE49-F238E27FC236}">
                  <a16:creationId xmlns:a16="http://schemas.microsoft.com/office/drawing/2014/main" id="{2A120FD5-F65F-88F9-5A8A-BCE326536DEA}"/>
                </a:ext>
              </a:extLst>
            </p:cNvPr>
            <p:cNvSpPr txBox="1"/>
            <p:nvPr/>
          </p:nvSpPr>
          <p:spPr>
            <a:xfrm>
              <a:off x="5482496" y="1622467"/>
              <a:ext cx="14667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Gradio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5" name="Google Shape;862;p31">
              <a:extLst>
                <a:ext uri="{FF2B5EF4-FFF2-40B4-BE49-F238E27FC236}">
                  <a16:creationId xmlns:a16="http://schemas.microsoft.com/office/drawing/2014/main" id="{5608F90D-3580-C7CA-E369-BD27467581CB}"/>
                </a:ext>
              </a:extLst>
            </p:cNvPr>
            <p:cNvSpPr txBox="1"/>
            <p:nvPr/>
          </p:nvSpPr>
          <p:spPr>
            <a:xfrm>
              <a:off x="5482490" y="1261694"/>
              <a:ext cx="1466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rPr>
                <a:t>Deployment</a:t>
              </a: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9-Applications of the System </a:t>
            </a:r>
          </a:p>
        </p:txBody>
      </p:sp>
      <p:sp>
        <p:nvSpPr>
          <p:cNvPr id="1104" name="Google Shape;1104;p38"/>
          <p:cNvSpPr txBox="1"/>
          <p:nvPr/>
        </p:nvSpPr>
        <p:spPr>
          <a:xfrm>
            <a:off x="978300" y="1385150"/>
            <a:ext cx="279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1106" name="Google Shape;1106;p38"/>
          <p:cNvSpPr txBox="1"/>
          <p:nvPr/>
        </p:nvSpPr>
        <p:spPr>
          <a:xfrm>
            <a:off x="978300" y="1800940"/>
            <a:ext cx="2793300" cy="274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Social Media Moderation</a:t>
            </a:r>
            <a:endParaRPr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08" name="Google Shape;1108;p38"/>
          <p:cNvSpPr txBox="1"/>
          <p:nvPr/>
        </p:nvSpPr>
        <p:spPr>
          <a:xfrm>
            <a:off x="978300" y="2473565"/>
            <a:ext cx="2793300" cy="274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Gaming Chat Protection</a:t>
            </a:r>
            <a:endParaRPr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10" name="Google Shape;1110;p38"/>
          <p:cNvSpPr txBox="1"/>
          <p:nvPr/>
        </p:nvSpPr>
        <p:spPr>
          <a:xfrm>
            <a:off x="978300" y="3146190"/>
            <a:ext cx="2793300" cy="274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Online Forums</a:t>
            </a:r>
            <a:endParaRPr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12" name="Google Shape;1112;p38"/>
          <p:cNvSpPr txBox="1"/>
          <p:nvPr/>
        </p:nvSpPr>
        <p:spPr>
          <a:xfrm>
            <a:off x="978300" y="3818815"/>
            <a:ext cx="2793300" cy="274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Educational Platforms</a:t>
            </a:r>
            <a:endParaRPr dirty="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14" name="Google Shape;1114;p38"/>
          <p:cNvSpPr/>
          <p:nvPr/>
        </p:nvSpPr>
        <p:spPr>
          <a:xfrm>
            <a:off x="5589201" y="1709440"/>
            <a:ext cx="4572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38"/>
          <p:cNvSpPr/>
          <p:nvPr/>
        </p:nvSpPr>
        <p:spPr>
          <a:xfrm>
            <a:off x="5589201" y="2382065"/>
            <a:ext cx="4572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38"/>
          <p:cNvSpPr/>
          <p:nvPr/>
        </p:nvSpPr>
        <p:spPr>
          <a:xfrm>
            <a:off x="5589201" y="3067865"/>
            <a:ext cx="4572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8"/>
          <p:cNvSpPr/>
          <p:nvPr/>
        </p:nvSpPr>
        <p:spPr>
          <a:xfrm>
            <a:off x="5589201" y="3740489"/>
            <a:ext cx="457200" cy="45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20" name="Google Shape;1120;p38"/>
          <p:cNvCxnSpPr>
            <a:stCxn id="1106" idx="2"/>
            <a:endCxn id="1108" idx="0"/>
          </p:cNvCxnSpPr>
          <p:nvPr/>
        </p:nvCxnSpPr>
        <p:spPr>
          <a:xfrm>
            <a:off x="2374950" y="2075140"/>
            <a:ext cx="0" cy="3984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22" name="Google Shape;1122;p38"/>
          <p:cNvCxnSpPr>
            <a:stCxn id="1108" idx="2"/>
            <a:endCxn id="1110" idx="0"/>
          </p:cNvCxnSpPr>
          <p:nvPr/>
        </p:nvCxnSpPr>
        <p:spPr>
          <a:xfrm>
            <a:off x="2374950" y="2747765"/>
            <a:ext cx="0" cy="3984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24" name="Google Shape;1124;p38"/>
          <p:cNvCxnSpPr>
            <a:stCxn id="1110" idx="2"/>
            <a:endCxn id="1112" idx="0"/>
          </p:cNvCxnSpPr>
          <p:nvPr/>
        </p:nvCxnSpPr>
        <p:spPr>
          <a:xfrm>
            <a:off x="2374950" y="3420390"/>
            <a:ext cx="0" cy="3984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26" name="Google Shape;1126;p38"/>
          <p:cNvCxnSpPr>
            <a:stCxn id="1114" idx="1"/>
            <a:endCxn id="1106" idx="3"/>
          </p:cNvCxnSpPr>
          <p:nvPr/>
        </p:nvCxnSpPr>
        <p:spPr>
          <a:xfrm flipH="1">
            <a:off x="3771600" y="1938040"/>
            <a:ext cx="1817601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8" name="Google Shape;1128;p38"/>
          <p:cNvCxnSpPr>
            <a:stCxn id="1115" idx="1"/>
            <a:endCxn id="1108" idx="3"/>
          </p:cNvCxnSpPr>
          <p:nvPr/>
        </p:nvCxnSpPr>
        <p:spPr>
          <a:xfrm flipH="1">
            <a:off x="3771600" y="2610665"/>
            <a:ext cx="1817601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0" name="Google Shape;1130;p38"/>
          <p:cNvCxnSpPr>
            <a:stCxn id="1116" idx="1"/>
            <a:endCxn id="1110" idx="3"/>
          </p:cNvCxnSpPr>
          <p:nvPr/>
        </p:nvCxnSpPr>
        <p:spPr>
          <a:xfrm flipH="1" flipV="1">
            <a:off x="3771600" y="3283290"/>
            <a:ext cx="1817601" cy="1317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2" name="Google Shape;1132;p38"/>
          <p:cNvCxnSpPr>
            <a:stCxn id="1117" idx="1"/>
            <a:endCxn id="1112" idx="3"/>
          </p:cNvCxnSpPr>
          <p:nvPr/>
        </p:nvCxnSpPr>
        <p:spPr>
          <a:xfrm flipH="1" flipV="1">
            <a:off x="3771600" y="3955915"/>
            <a:ext cx="1817601" cy="1317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Advantages of the System</a:t>
            </a:r>
            <a:endParaRPr dirty="0"/>
          </a:p>
        </p:txBody>
      </p:sp>
      <p:sp>
        <p:nvSpPr>
          <p:cNvPr id="660" name="Google Shape;660;p27"/>
          <p:cNvSpPr txBox="1"/>
          <p:nvPr/>
        </p:nvSpPr>
        <p:spPr>
          <a:xfrm>
            <a:off x="3175350" y="1242275"/>
            <a:ext cx="279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1887075" y="2814938"/>
            <a:ext cx="833100" cy="833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3947219" y="2049000"/>
            <a:ext cx="1249500" cy="1249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7"/>
          <p:cNvSpPr/>
          <p:nvPr/>
        </p:nvSpPr>
        <p:spPr>
          <a:xfrm>
            <a:off x="6423775" y="1699463"/>
            <a:ext cx="833100" cy="83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4" name="Google Shape;664;p27"/>
          <p:cNvGrpSpPr/>
          <p:nvPr/>
        </p:nvGrpSpPr>
        <p:grpSpPr>
          <a:xfrm>
            <a:off x="1283463" y="3821638"/>
            <a:ext cx="2040312" cy="786947"/>
            <a:chOff x="1283463" y="3821638"/>
            <a:chExt cx="2040312" cy="786947"/>
          </a:xfrm>
        </p:grpSpPr>
        <p:sp>
          <p:nvSpPr>
            <p:cNvPr id="665" name="Google Shape;665;p27"/>
            <p:cNvSpPr txBox="1"/>
            <p:nvPr/>
          </p:nvSpPr>
          <p:spPr>
            <a:xfrm>
              <a:off x="1283475" y="3821638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Fast Detection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666" name="Google Shape;666;p27"/>
            <p:cNvSpPr txBox="1"/>
            <p:nvPr/>
          </p:nvSpPr>
          <p:spPr>
            <a:xfrm>
              <a:off x="1283463" y="4124085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Automatically analyzes comments</a:t>
              </a:r>
            </a:p>
          </p:txBody>
        </p:sp>
      </p:grpSp>
      <p:grpSp>
        <p:nvGrpSpPr>
          <p:cNvPr id="667" name="Google Shape;667;p27"/>
          <p:cNvGrpSpPr/>
          <p:nvPr/>
        </p:nvGrpSpPr>
        <p:grpSpPr>
          <a:xfrm>
            <a:off x="3551813" y="3821638"/>
            <a:ext cx="2040312" cy="786947"/>
            <a:chOff x="3551813" y="3821638"/>
            <a:chExt cx="2040312" cy="786947"/>
          </a:xfrm>
        </p:grpSpPr>
        <p:sp>
          <p:nvSpPr>
            <p:cNvPr id="668" name="Google Shape;668;p27"/>
            <p:cNvSpPr txBox="1"/>
            <p:nvPr/>
          </p:nvSpPr>
          <p:spPr>
            <a:xfrm>
              <a:off x="3551825" y="3821638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Scalable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669" name="Google Shape;669;p27"/>
            <p:cNvSpPr txBox="1"/>
            <p:nvPr/>
          </p:nvSpPr>
          <p:spPr>
            <a:xfrm>
              <a:off x="3551813" y="4124085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rPr>
                <a:t>Handles large datasets</a:t>
              </a: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670" name="Google Shape;670;p27"/>
          <p:cNvGrpSpPr/>
          <p:nvPr/>
        </p:nvGrpSpPr>
        <p:grpSpPr>
          <a:xfrm>
            <a:off x="5820163" y="3821638"/>
            <a:ext cx="2040312" cy="786947"/>
            <a:chOff x="5820163" y="3821638"/>
            <a:chExt cx="2040312" cy="786947"/>
          </a:xfrm>
        </p:grpSpPr>
        <p:sp>
          <p:nvSpPr>
            <p:cNvPr id="671" name="Google Shape;671;p27"/>
            <p:cNvSpPr txBox="1"/>
            <p:nvPr/>
          </p:nvSpPr>
          <p:spPr>
            <a:xfrm>
              <a:off x="5820175" y="3821638"/>
              <a:ext cx="204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Intelligent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672" name="Google Shape;672;p27"/>
            <p:cNvSpPr txBox="1"/>
            <p:nvPr/>
          </p:nvSpPr>
          <p:spPr>
            <a:xfrm>
              <a:off x="5820163" y="4124085"/>
              <a:ext cx="20403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  <a:latin typeface="Maven Pro"/>
                  <a:ea typeface="Maven Pro"/>
                  <a:cs typeface="Maven Pro"/>
                  <a:sym typeface="Maven Pro"/>
                </a:rPr>
                <a:t>Uses NLP techniques</a:t>
              </a:r>
              <a:endParaRPr dirty="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</p:grpSp>
      <p:cxnSp>
        <p:nvCxnSpPr>
          <p:cNvPr id="673" name="Google Shape;673;p27"/>
          <p:cNvCxnSpPr>
            <a:stCxn id="661" idx="3"/>
            <a:endCxn id="662" idx="1"/>
          </p:cNvCxnSpPr>
          <p:nvPr/>
        </p:nvCxnSpPr>
        <p:spPr>
          <a:xfrm rot="10800000" flipH="1">
            <a:off x="2720175" y="2673788"/>
            <a:ext cx="1227000" cy="5577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74" name="Google Shape;674;p27"/>
          <p:cNvCxnSpPr>
            <a:stCxn id="662" idx="3"/>
            <a:endCxn id="663" idx="1"/>
          </p:cNvCxnSpPr>
          <p:nvPr/>
        </p:nvCxnSpPr>
        <p:spPr>
          <a:xfrm rot="10800000" flipH="1">
            <a:off x="5196719" y="2116050"/>
            <a:ext cx="1227000" cy="5577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27"/>
          <p:cNvCxnSpPr>
            <a:stCxn id="661" idx="2"/>
            <a:endCxn id="665" idx="0"/>
          </p:cNvCxnSpPr>
          <p:nvPr/>
        </p:nvCxnSpPr>
        <p:spPr>
          <a:xfrm>
            <a:off x="2303625" y="3648038"/>
            <a:ext cx="0" cy="173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76" name="Google Shape;676;p27"/>
          <p:cNvCxnSpPr>
            <a:stCxn id="662" idx="2"/>
            <a:endCxn id="668" idx="0"/>
          </p:cNvCxnSpPr>
          <p:nvPr/>
        </p:nvCxnSpPr>
        <p:spPr>
          <a:xfrm>
            <a:off x="4571969" y="3298500"/>
            <a:ext cx="0" cy="5232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677" name="Google Shape;677;p27"/>
          <p:cNvCxnSpPr>
            <a:stCxn id="663" idx="2"/>
            <a:endCxn id="671" idx="0"/>
          </p:cNvCxnSpPr>
          <p:nvPr/>
        </p:nvCxnSpPr>
        <p:spPr>
          <a:xfrm>
            <a:off x="6840325" y="2532563"/>
            <a:ext cx="0" cy="12891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678" name="Google Shape;678;p27"/>
          <p:cNvGrpSpPr/>
          <p:nvPr/>
        </p:nvGrpSpPr>
        <p:grpSpPr>
          <a:xfrm>
            <a:off x="6629079" y="1918347"/>
            <a:ext cx="422494" cy="395359"/>
            <a:chOff x="2766264" y="3394042"/>
            <a:chExt cx="294873" cy="275934"/>
          </a:xfrm>
        </p:grpSpPr>
        <p:sp>
          <p:nvSpPr>
            <p:cNvPr id="679" name="Google Shape;679;p27"/>
            <p:cNvSpPr/>
            <p:nvPr/>
          </p:nvSpPr>
          <p:spPr>
            <a:xfrm>
              <a:off x="2766264" y="3394042"/>
              <a:ext cx="253176" cy="275934"/>
            </a:xfrm>
            <a:custGeom>
              <a:avLst/>
              <a:gdLst/>
              <a:ahLst/>
              <a:cxnLst/>
              <a:rect l="l" t="t" r="r" b="b"/>
              <a:pathLst>
                <a:path w="7954" h="8669" extrusionOk="0">
                  <a:moveTo>
                    <a:pt x="6942" y="3489"/>
                  </a:moveTo>
                  <a:cubicBezTo>
                    <a:pt x="7371" y="3549"/>
                    <a:pt x="7692" y="3918"/>
                    <a:pt x="7692" y="4346"/>
                  </a:cubicBezTo>
                  <a:cubicBezTo>
                    <a:pt x="7692" y="4799"/>
                    <a:pt x="7382" y="5156"/>
                    <a:pt x="6942" y="5227"/>
                  </a:cubicBezTo>
                  <a:lnTo>
                    <a:pt x="6942" y="3489"/>
                  </a:lnTo>
                  <a:close/>
                  <a:moveTo>
                    <a:pt x="1013" y="3322"/>
                  </a:moveTo>
                  <a:lnTo>
                    <a:pt x="1013" y="5382"/>
                  </a:lnTo>
                  <a:lnTo>
                    <a:pt x="715" y="5382"/>
                  </a:lnTo>
                  <a:cubicBezTo>
                    <a:pt x="465" y="5382"/>
                    <a:pt x="263" y="5180"/>
                    <a:pt x="263" y="4930"/>
                  </a:cubicBezTo>
                  <a:lnTo>
                    <a:pt x="263" y="3775"/>
                  </a:lnTo>
                  <a:cubicBezTo>
                    <a:pt x="263" y="3537"/>
                    <a:pt x="453" y="3322"/>
                    <a:pt x="715" y="3322"/>
                  </a:cubicBezTo>
                  <a:close/>
                  <a:moveTo>
                    <a:pt x="2179" y="3322"/>
                  </a:moveTo>
                  <a:lnTo>
                    <a:pt x="2179" y="5382"/>
                  </a:lnTo>
                  <a:lnTo>
                    <a:pt x="1286" y="5382"/>
                  </a:lnTo>
                  <a:lnTo>
                    <a:pt x="1286" y="3322"/>
                  </a:lnTo>
                  <a:close/>
                  <a:moveTo>
                    <a:pt x="2322" y="6370"/>
                  </a:moveTo>
                  <a:lnTo>
                    <a:pt x="2322" y="6966"/>
                  </a:lnTo>
                  <a:lnTo>
                    <a:pt x="2060" y="6966"/>
                  </a:lnTo>
                  <a:lnTo>
                    <a:pt x="2227" y="6370"/>
                  </a:lnTo>
                  <a:close/>
                  <a:moveTo>
                    <a:pt x="2144" y="5644"/>
                  </a:moveTo>
                  <a:lnTo>
                    <a:pt x="1632" y="7549"/>
                  </a:lnTo>
                  <a:lnTo>
                    <a:pt x="1286" y="7549"/>
                  </a:lnTo>
                  <a:lnTo>
                    <a:pt x="1286" y="5644"/>
                  </a:lnTo>
                  <a:close/>
                  <a:moveTo>
                    <a:pt x="6680" y="274"/>
                  </a:moveTo>
                  <a:lnTo>
                    <a:pt x="6680" y="8430"/>
                  </a:lnTo>
                  <a:lnTo>
                    <a:pt x="6085" y="8430"/>
                  </a:lnTo>
                  <a:lnTo>
                    <a:pt x="6085" y="2703"/>
                  </a:lnTo>
                  <a:cubicBezTo>
                    <a:pt x="6085" y="2620"/>
                    <a:pt x="6025" y="2560"/>
                    <a:pt x="5954" y="2560"/>
                  </a:cubicBezTo>
                  <a:cubicBezTo>
                    <a:pt x="5870" y="2560"/>
                    <a:pt x="5811" y="2620"/>
                    <a:pt x="5811" y="2703"/>
                  </a:cubicBezTo>
                  <a:lnTo>
                    <a:pt x="5811" y="7549"/>
                  </a:lnTo>
                  <a:cubicBezTo>
                    <a:pt x="5632" y="7311"/>
                    <a:pt x="5382" y="6989"/>
                    <a:pt x="5037" y="6668"/>
                  </a:cubicBezTo>
                  <a:cubicBezTo>
                    <a:pt x="4668" y="6299"/>
                    <a:pt x="4263" y="6013"/>
                    <a:pt x="3870" y="5799"/>
                  </a:cubicBezTo>
                  <a:cubicBezTo>
                    <a:pt x="3406" y="5561"/>
                    <a:pt x="2930" y="5418"/>
                    <a:pt x="2453" y="5394"/>
                  </a:cubicBezTo>
                  <a:lnTo>
                    <a:pt x="2453" y="3322"/>
                  </a:lnTo>
                  <a:cubicBezTo>
                    <a:pt x="2930" y="3310"/>
                    <a:pt x="3406" y="3179"/>
                    <a:pt x="3870" y="2918"/>
                  </a:cubicBezTo>
                  <a:cubicBezTo>
                    <a:pt x="4263" y="2715"/>
                    <a:pt x="4668" y="2417"/>
                    <a:pt x="5037" y="2048"/>
                  </a:cubicBezTo>
                  <a:cubicBezTo>
                    <a:pt x="5370" y="1715"/>
                    <a:pt x="5632" y="1394"/>
                    <a:pt x="5811" y="1167"/>
                  </a:cubicBezTo>
                  <a:lnTo>
                    <a:pt x="5811" y="2025"/>
                  </a:lnTo>
                  <a:cubicBezTo>
                    <a:pt x="5811" y="2108"/>
                    <a:pt x="5870" y="2167"/>
                    <a:pt x="5954" y="2167"/>
                  </a:cubicBezTo>
                  <a:cubicBezTo>
                    <a:pt x="6025" y="2167"/>
                    <a:pt x="6085" y="2108"/>
                    <a:pt x="6085" y="2025"/>
                  </a:cubicBezTo>
                  <a:lnTo>
                    <a:pt x="6085" y="274"/>
                  </a:lnTo>
                  <a:close/>
                  <a:moveTo>
                    <a:pt x="5930" y="0"/>
                  </a:moveTo>
                  <a:cubicBezTo>
                    <a:pt x="5858" y="0"/>
                    <a:pt x="5799" y="60"/>
                    <a:pt x="5799" y="143"/>
                  </a:cubicBezTo>
                  <a:lnTo>
                    <a:pt x="5799" y="679"/>
                  </a:lnTo>
                  <a:cubicBezTo>
                    <a:pt x="5728" y="810"/>
                    <a:pt x="5370" y="1334"/>
                    <a:pt x="4835" y="1846"/>
                  </a:cubicBezTo>
                  <a:cubicBezTo>
                    <a:pt x="4263" y="2382"/>
                    <a:pt x="3370" y="3037"/>
                    <a:pt x="2299" y="3037"/>
                  </a:cubicBezTo>
                  <a:lnTo>
                    <a:pt x="715" y="3037"/>
                  </a:lnTo>
                  <a:cubicBezTo>
                    <a:pt x="310" y="3037"/>
                    <a:pt x="1" y="3370"/>
                    <a:pt x="1" y="3751"/>
                  </a:cubicBezTo>
                  <a:lnTo>
                    <a:pt x="1" y="4918"/>
                  </a:lnTo>
                  <a:cubicBezTo>
                    <a:pt x="1" y="5323"/>
                    <a:pt x="322" y="5632"/>
                    <a:pt x="715" y="5632"/>
                  </a:cubicBezTo>
                  <a:lnTo>
                    <a:pt x="1013" y="5632"/>
                  </a:lnTo>
                  <a:lnTo>
                    <a:pt x="1013" y="7668"/>
                  </a:lnTo>
                  <a:cubicBezTo>
                    <a:pt x="1013" y="7740"/>
                    <a:pt x="1072" y="7799"/>
                    <a:pt x="1144" y="7799"/>
                  </a:cubicBezTo>
                  <a:lnTo>
                    <a:pt x="1727" y="7799"/>
                  </a:lnTo>
                  <a:cubicBezTo>
                    <a:pt x="1787" y="7799"/>
                    <a:pt x="1846" y="7763"/>
                    <a:pt x="1858" y="7692"/>
                  </a:cubicBezTo>
                  <a:lnTo>
                    <a:pt x="1989" y="7216"/>
                  </a:lnTo>
                  <a:lnTo>
                    <a:pt x="2453" y="7216"/>
                  </a:lnTo>
                  <a:cubicBezTo>
                    <a:pt x="2525" y="7216"/>
                    <a:pt x="2584" y="7156"/>
                    <a:pt x="2584" y="7085"/>
                  </a:cubicBezTo>
                  <a:lnTo>
                    <a:pt x="2584" y="6204"/>
                  </a:lnTo>
                  <a:cubicBezTo>
                    <a:pt x="2584" y="6132"/>
                    <a:pt x="2525" y="6073"/>
                    <a:pt x="2453" y="6073"/>
                  </a:cubicBezTo>
                  <a:lnTo>
                    <a:pt x="2287" y="6073"/>
                  </a:lnTo>
                  <a:lnTo>
                    <a:pt x="2406" y="5632"/>
                  </a:lnTo>
                  <a:cubicBezTo>
                    <a:pt x="3430" y="5668"/>
                    <a:pt x="4299" y="6299"/>
                    <a:pt x="4835" y="6823"/>
                  </a:cubicBezTo>
                  <a:cubicBezTo>
                    <a:pt x="5370" y="7335"/>
                    <a:pt x="5704" y="7859"/>
                    <a:pt x="5799" y="7990"/>
                  </a:cubicBezTo>
                  <a:lnTo>
                    <a:pt x="5799" y="8525"/>
                  </a:lnTo>
                  <a:cubicBezTo>
                    <a:pt x="5799" y="8609"/>
                    <a:pt x="5858" y="8668"/>
                    <a:pt x="5930" y="8668"/>
                  </a:cubicBezTo>
                  <a:lnTo>
                    <a:pt x="6811" y="8668"/>
                  </a:lnTo>
                  <a:cubicBezTo>
                    <a:pt x="6882" y="8668"/>
                    <a:pt x="6942" y="8609"/>
                    <a:pt x="6942" y="8525"/>
                  </a:cubicBezTo>
                  <a:lnTo>
                    <a:pt x="6942" y="5465"/>
                  </a:lnTo>
                  <a:cubicBezTo>
                    <a:pt x="7525" y="5394"/>
                    <a:pt x="7954" y="4918"/>
                    <a:pt x="7954" y="4322"/>
                  </a:cubicBezTo>
                  <a:cubicBezTo>
                    <a:pt x="7954" y="3775"/>
                    <a:pt x="7525" y="3275"/>
                    <a:pt x="6942" y="3203"/>
                  </a:cubicBezTo>
                  <a:lnTo>
                    <a:pt x="6942" y="143"/>
                  </a:lnTo>
                  <a:cubicBezTo>
                    <a:pt x="6942" y="60"/>
                    <a:pt x="6882" y="0"/>
                    <a:pt x="68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3039143" y="3528205"/>
              <a:ext cx="21995" cy="8753"/>
            </a:xfrm>
            <a:custGeom>
              <a:avLst/>
              <a:gdLst/>
              <a:ahLst/>
              <a:cxnLst/>
              <a:rect l="l" t="t" r="r" b="b"/>
              <a:pathLst>
                <a:path w="691" h="275" extrusionOk="0"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cubicBezTo>
                    <a:pt x="0" y="215"/>
                    <a:pt x="60" y="274"/>
                    <a:pt x="131" y="274"/>
                  </a:cubicBezTo>
                  <a:lnTo>
                    <a:pt x="560" y="274"/>
                  </a:lnTo>
                  <a:cubicBezTo>
                    <a:pt x="631" y="274"/>
                    <a:pt x="691" y="215"/>
                    <a:pt x="691" y="131"/>
                  </a:cubicBezTo>
                  <a:cubicBezTo>
                    <a:pt x="691" y="60"/>
                    <a:pt x="631" y="0"/>
                    <a:pt x="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3019408" y="3475622"/>
              <a:ext cx="20499" cy="18875"/>
            </a:xfrm>
            <a:custGeom>
              <a:avLst/>
              <a:gdLst/>
              <a:ahLst/>
              <a:cxnLst/>
              <a:rect l="l" t="t" r="r" b="b"/>
              <a:pathLst>
                <a:path w="644" h="593" extrusionOk="0">
                  <a:moveTo>
                    <a:pt x="501" y="0"/>
                  </a:moveTo>
                  <a:cubicBezTo>
                    <a:pt x="468" y="0"/>
                    <a:pt x="436" y="15"/>
                    <a:pt x="406" y="45"/>
                  </a:cubicBezTo>
                  <a:lnTo>
                    <a:pt x="96" y="355"/>
                  </a:lnTo>
                  <a:cubicBezTo>
                    <a:pt x="1" y="450"/>
                    <a:pt x="61" y="593"/>
                    <a:pt x="180" y="593"/>
                  </a:cubicBezTo>
                  <a:cubicBezTo>
                    <a:pt x="215" y="593"/>
                    <a:pt x="263" y="581"/>
                    <a:pt x="275" y="557"/>
                  </a:cubicBezTo>
                  <a:lnTo>
                    <a:pt x="584" y="235"/>
                  </a:lnTo>
                  <a:cubicBezTo>
                    <a:pt x="644" y="200"/>
                    <a:pt x="644" y="104"/>
                    <a:pt x="596" y="45"/>
                  </a:cubicBezTo>
                  <a:cubicBezTo>
                    <a:pt x="567" y="15"/>
                    <a:pt x="534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3020554" y="3570348"/>
              <a:ext cx="19353" cy="18621"/>
            </a:xfrm>
            <a:custGeom>
              <a:avLst/>
              <a:gdLst/>
              <a:ahLst/>
              <a:cxnLst/>
              <a:rect l="l" t="t" r="r" b="b"/>
              <a:pathLst>
                <a:path w="608" h="585" extrusionOk="0">
                  <a:moveTo>
                    <a:pt x="155" y="1"/>
                  </a:moveTo>
                  <a:cubicBezTo>
                    <a:pt x="123" y="1"/>
                    <a:pt x="90" y="16"/>
                    <a:pt x="60" y="46"/>
                  </a:cubicBezTo>
                  <a:cubicBezTo>
                    <a:pt x="1" y="105"/>
                    <a:pt x="1" y="176"/>
                    <a:pt x="60" y="236"/>
                  </a:cubicBezTo>
                  <a:lnTo>
                    <a:pt x="370" y="546"/>
                  </a:lnTo>
                  <a:cubicBezTo>
                    <a:pt x="397" y="572"/>
                    <a:pt x="431" y="585"/>
                    <a:pt x="463" y="585"/>
                  </a:cubicBezTo>
                  <a:cubicBezTo>
                    <a:pt x="503" y="585"/>
                    <a:pt x="541" y="566"/>
                    <a:pt x="560" y="534"/>
                  </a:cubicBezTo>
                  <a:cubicBezTo>
                    <a:pt x="608" y="498"/>
                    <a:pt x="608" y="403"/>
                    <a:pt x="560" y="355"/>
                  </a:cubicBezTo>
                  <a:lnTo>
                    <a:pt x="251" y="46"/>
                  </a:lnTo>
                  <a:cubicBezTo>
                    <a:pt x="221" y="16"/>
                    <a:pt x="188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27"/>
          <p:cNvGrpSpPr/>
          <p:nvPr/>
        </p:nvGrpSpPr>
        <p:grpSpPr>
          <a:xfrm>
            <a:off x="4255491" y="2356927"/>
            <a:ext cx="632957" cy="633646"/>
            <a:chOff x="3725461" y="2444712"/>
            <a:chExt cx="334279" cy="334661"/>
          </a:xfrm>
        </p:grpSpPr>
        <p:sp>
          <p:nvSpPr>
            <p:cNvPr id="684" name="Google Shape;684;p27"/>
            <p:cNvSpPr/>
            <p:nvPr/>
          </p:nvSpPr>
          <p:spPr>
            <a:xfrm>
              <a:off x="3939200" y="2554239"/>
              <a:ext cx="53092" cy="53092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48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0" y="369"/>
                    <a:pt x="0" y="834"/>
                  </a:cubicBezTo>
                  <a:cubicBezTo>
                    <a:pt x="0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3941078" y="2618281"/>
              <a:ext cx="68625" cy="49305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775" y="0"/>
                  </a:moveTo>
                  <a:cubicBezTo>
                    <a:pt x="549" y="0"/>
                    <a:pt x="311" y="60"/>
                    <a:pt x="120" y="167"/>
                  </a:cubicBezTo>
                  <a:cubicBezTo>
                    <a:pt x="37" y="203"/>
                    <a:pt x="1" y="310"/>
                    <a:pt x="37" y="381"/>
                  </a:cubicBezTo>
                  <a:cubicBezTo>
                    <a:pt x="72" y="443"/>
                    <a:pt x="140" y="479"/>
                    <a:pt x="201" y="479"/>
                  </a:cubicBezTo>
                  <a:cubicBezTo>
                    <a:pt x="223" y="479"/>
                    <a:pt x="244" y="474"/>
                    <a:pt x="263" y="465"/>
                  </a:cubicBezTo>
                  <a:cubicBezTo>
                    <a:pt x="418" y="381"/>
                    <a:pt x="596" y="346"/>
                    <a:pt x="751" y="346"/>
                  </a:cubicBezTo>
                  <a:cubicBezTo>
                    <a:pt x="1275" y="346"/>
                    <a:pt x="1704" y="727"/>
                    <a:pt x="1799" y="1215"/>
                  </a:cubicBezTo>
                  <a:lnTo>
                    <a:pt x="751" y="1215"/>
                  </a:lnTo>
                  <a:cubicBezTo>
                    <a:pt x="668" y="1215"/>
                    <a:pt x="584" y="1298"/>
                    <a:pt x="584" y="1382"/>
                  </a:cubicBezTo>
                  <a:cubicBezTo>
                    <a:pt x="584" y="1477"/>
                    <a:pt x="668" y="1548"/>
                    <a:pt x="751" y="1548"/>
                  </a:cubicBezTo>
                  <a:lnTo>
                    <a:pt x="1977" y="1548"/>
                  </a:lnTo>
                  <a:cubicBezTo>
                    <a:pt x="2061" y="1548"/>
                    <a:pt x="2144" y="1477"/>
                    <a:pt x="2144" y="1382"/>
                  </a:cubicBezTo>
                  <a:cubicBezTo>
                    <a:pt x="2156" y="620"/>
                    <a:pt x="1525" y="0"/>
                    <a:pt x="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7"/>
            <p:cNvSpPr/>
            <p:nvPr/>
          </p:nvSpPr>
          <p:spPr>
            <a:xfrm>
              <a:off x="3775116" y="2618281"/>
              <a:ext cx="68625" cy="49305"/>
            </a:xfrm>
            <a:custGeom>
              <a:avLst/>
              <a:gdLst/>
              <a:ahLst/>
              <a:cxnLst/>
              <a:rect l="l" t="t" r="r" b="b"/>
              <a:pathLst>
                <a:path w="2156" h="1549" extrusionOk="0">
                  <a:moveTo>
                    <a:pt x="1381" y="0"/>
                  </a:moveTo>
                  <a:cubicBezTo>
                    <a:pt x="631" y="0"/>
                    <a:pt x="0" y="620"/>
                    <a:pt x="0" y="1382"/>
                  </a:cubicBezTo>
                  <a:cubicBezTo>
                    <a:pt x="0" y="1477"/>
                    <a:pt x="71" y="1548"/>
                    <a:pt x="167" y="1548"/>
                  </a:cubicBezTo>
                  <a:lnTo>
                    <a:pt x="1405" y="1548"/>
                  </a:lnTo>
                  <a:cubicBezTo>
                    <a:pt x="1488" y="1548"/>
                    <a:pt x="1560" y="1477"/>
                    <a:pt x="1560" y="1382"/>
                  </a:cubicBezTo>
                  <a:cubicBezTo>
                    <a:pt x="1560" y="1298"/>
                    <a:pt x="1500" y="1215"/>
                    <a:pt x="1417" y="1215"/>
                  </a:cubicBezTo>
                  <a:lnTo>
                    <a:pt x="357" y="1215"/>
                  </a:lnTo>
                  <a:cubicBezTo>
                    <a:pt x="429" y="715"/>
                    <a:pt x="881" y="346"/>
                    <a:pt x="1405" y="346"/>
                  </a:cubicBezTo>
                  <a:cubicBezTo>
                    <a:pt x="1584" y="346"/>
                    <a:pt x="1738" y="381"/>
                    <a:pt x="1893" y="465"/>
                  </a:cubicBezTo>
                  <a:cubicBezTo>
                    <a:pt x="1914" y="475"/>
                    <a:pt x="1938" y="481"/>
                    <a:pt x="1962" y="481"/>
                  </a:cubicBezTo>
                  <a:cubicBezTo>
                    <a:pt x="2022" y="481"/>
                    <a:pt x="2086" y="449"/>
                    <a:pt x="2119" y="381"/>
                  </a:cubicBezTo>
                  <a:cubicBezTo>
                    <a:pt x="2155" y="310"/>
                    <a:pt x="2131" y="203"/>
                    <a:pt x="2036" y="167"/>
                  </a:cubicBezTo>
                  <a:cubicBezTo>
                    <a:pt x="1846" y="60"/>
                    <a:pt x="1607" y="0"/>
                    <a:pt x="13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7"/>
            <p:cNvSpPr/>
            <p:nvPr/>
          </p:nvSpPr>
          <p:spPr>
            <a:xfrm>
              <a:off x="3793291" y="2554239"/>
              <a:ext cx="53092" cy="53092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34"/>
                  </a:moveTo>
                  <a:cubicBezTo>
                    <a:pt x="1108" y="334"/>
                    <a:pt x="1334" y="548"/>
                    <a:pt x="1334" y="834"/>
                  </a:cubicBezTo>
                  <a:cubicBezTo>
                    <a:pt x="1334" y="1119"/>
                    <a:pt x="1108" y="1346"/>
                    <a:pt x="834" y="1346"/>
                  </a:cubicBezTo>
                  <a:cubicBezTo>
                    <a:pt x="548" y="1346"/>
                    <a:pt x="322" y="1119"/>
                    <a:pt x="322" y="834"/>
                  </a:cubicBezTo>
                  <a:cubicBezTo>
                    <a:pt x="322" y="548"/>
                    <a:pt x="560" y="334"/>
                    <a:pt x="834" y="334"/>
                  </a:cubicBezTo>
                  <a:close/>
                  <a:moveTo>
                    <a:pt x="834" y="0"/>
                  </a:moveTo>
                  <a:cubicBezTo>
                    <a:pt x="370" y="0"/>
                    <a:pt x="1" y="369"/>
                    <a:pt x="1" y="834"/>
                  </a:cubicBezTo>
                  <a:cubicBezTo>
                    <a:pt x="1" y="1298"/>
                    <a:pt x="370" y="1667"/>
                    <a:pt x="834" y="1667"/>
                  </a:cubicBezTo>
                  <a:cubicBezTo>
                    <a:pt x="1286" y="1667"/>
                    <a:pt x="1667" y="1298"/>
                    <a:pt x="1667" y="834"/>
                  </a:cubicBezTo>
                  <a:cubicBezTo>
                    <a:pt x="1667" y="369"/>
                    <a:pt x="1286" y="0"/>
                    <a:pt x="8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3858097" y="2540584"/>
              <a:ext cx="69007" cy="69007"/>
            </a:xfrm>
            <a:custGeom>
              <a:avLst/>
              <a:gdLst/>
              <a:ahLst/>
              <a:cxnLst/>
              <a:rect l="l" t="t" r="r" b="b"/>
              <a:pathLst>
                <a:path w="2168" h="2168" extrusionOk="0">
                  <a:moveTo>
                    <a:pt x="1084" y="346"/>
                  </a:moveTo>
                  <a:cubicBezTo>
                    <a:pt x="1501" y="346"/>
                    <a:pt x="1834" y="667"/>
                    <a:pt x="1834" y="1084"/>
                  </a:cubicBezTo>
                  <a:cubicBezTo>
                    <a:pt x="1834" y="1501"/>
                    <a:pt x="1501" y="1834"/>
                    <a:pt x="1084" y="1834"/>
                  </a:cubicBezTo>
                  <a:cubicBezTo>
                    <a:pt x="667" y="1834"/>
                    <a:pt x="346" y="1501"/>
                    <a:pt x="346" y="1084"/>
                  </a:cubicBezTo>
                  <a:cubicBezTo>
                    <a:pt x="346" y="667"/>
                    <a:pt x="667" y="346"/>
                    <a:pt x="1084" y="346"/>
                  </a:cubicBezTo>
                  <a:close/>
                  <a:moveTo>
                    <a:pt x="1084" y="1"/>
                  </a:moveTo>
                  <a:cubicBezTo>
                    <a:pt x="489" y="1"/>
                    <a:pt x="1" y="489"/>
                    <a:pt x="1" y="1084"/>
                  </a:cubicBezTo>
                  <a:cubicBezTo>
                    <a:pt x="1" y="1679"/>
                    <a:pt x="489" y="2168"/>
                    <a:pt x="1084" y="2168"/>
                  </a:cubicBezTo>
                  <a:cubicBezTo>
                    <a:pt x="1679" y="2168"/>
                    <a:pt x="2167" y="1679"/>
                    <a:pt x="2167" y="1084"/>
                  </a:cubicBezTo>
                  <a:cubicBezTo>
                    <a:pt x="2167" y="489"/>
                    <a:pt x="1679" y="1"/>
                    <a:pt x="10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3834224" y="2620159"/>
              <a:ext cx="116752" cy="63342"/>
            </a:xfrm>
            <a:custGeom>
              <a:avLst/>
              <a:gdLst/>
              <a:ahLst/>
              <a:cxnLst/>
              <a:rect l="l" t="t" r="r" b="b"/>
              <a:pathLst>
                <a:path w="3668" h="1990" extrusionOk="0">
                  <a:moveTo>
                    <a:pt x="1834" y="322"/>
                  </a:moveTo>
                  <a:cubicBezTo>
                    <a:pt x="2596" y="322"/>
                    <a:pt x="3239" y="906"/>
                    <a:pt x="3310" y="1656"/>
                  </a:cubicBezTo>
                  <a:lnTo>
                    <a:pt x="358" y="1656"/>
                  </a:lnTo>
                  <a:cubicBezTo>
                    <a:pt x="453" y="906"/>
                    <a:pt x="1072" y="322"/>
                    <a:pt x="1834" y="322"/>
                  </a:cubicBezTo>
                  <a:close/>
                  <a:moveTo>
                    <a:pt x="1834" y="1"/>
                  </a:moveTo>
                  <a:cubicBezTo>
                    <a:pt x="822" y="1"/>
                    <a:pt x="0" y="823"/>
                    <a:pt x="0" y="1835"/>
                  </a:cubicBezTo>
                  <a:cubicBezTo>
                    <a:pt x="0" y="1918"/>
                    <a:pt x="84" y="1989"/>
                    <a:pt x="167" y="1989"/>
                  </a:cubicBezTo>
                  <a:lnTo>
                    <a:pt x="3489" y="1989"/>
                  </a:lnTo>
                  <a:cubicBezTo>
                    <a:pt x="3572" y="1989"/>
                    <a:pt x="3656" y="1918"/>
                    <a:pt x="3656" y="1835"/>
                  </a:cubicBezTo>
                  <a:cubicBezTo>
                    <a:pt x="3668" y="823"/>
                    <a:pt x="2846" y="1"/>
                    <a:pt x="18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3725461" y="2444712"/>
              <a:ext cx="334279" cy="334661"/>
            </a:xfrm>
            <a:custGeom>
              <a:avLst/>
              <a:gdLst/>
              <a:ahLst/>
              <a:cxnLst/>
              <a:rect l="l" t="t" r="r" b="b"/>
              <a:pathLst>
                <a:path w="10502" h="10514" extrusionOk="0">
                  <a:moveTo>
                    <a:pt x="5418" y="905"/>
                  </a:moveTo>
                  <a:cubicBezTo>
                    <a:pt x="7680" y="1001"/>
                    <a:pt x="9513" y="2834"/>
                    <a:pt x="9597" y="5096"/>
                  </a:cubicBezTo>
                  <a:lnTo>
                    <a:pt x="9192" y="5096"/>
                  </a:lnTo>
                  <a:cubicBezTo>
                    <a:pt x="9109" y="5096"/>
                    <a:pt x="9037" y="5168"/>
                    <a:pt x="9037" y="5263"/>
                  </a:cubicBezTo>
                  <a:cubicBezTo>
                    <a:pt x="9037" y="5346"/>
                    <a:pt x="9109" y="5418"/>
                    <a:pt x="9192" y="5418"/>
                  </a:cubicBezTo>
                  <a:lnTo>
                    <a:pt x="9597" y="5418"/>
                  </a:lnTo>
                  <a:cubicBezTo>
                    <a:pt x="9513" y="7704"/>
                    <a:pt x="7692" y="9525"/>
                    <a:pt x="5418" y="9609"/>
                  </a:cubicBezTo>
                  <a:lnTo>
                    <a:pt x="5418" y="9204"/>
                  </a:lnTo>
                  <a:cubicBezTo>
                    <a:pt x="5418" y="9109"/>
                    <a:pt x="5346" y="9037"/>
                    <a:pt x="5251" y="9037"/>
                  </a:cubicBezTo>
                  <a:cubicBezTo>
                    <a:pt x="5168" y="9037"/>
                    <a:pt x="5084" y="9109"/>
                    <a:pt x="5084" y="9204"/>
                  </a:cubicBezTo>
                  <a:lnTo>
                    <a:pt x="5084" y="9609"/>
                  </a:lnTo>
                  <a:cubicBezTo>
                    <a:pt x="2822" y="9513"/>
                    <a:pt x="1000" y="7680"/>
                    <a:pt x="905" y="5418"/>
                  </a:cubicBezTo>
                  <a:lnTo>
                    <a:pt x="1310" y="5418"/>
                  </a:lnTo>
                  <a:cubicBezTo>
                    <a:pt x="1393" y="5418"/>
                    <a:pt x="1477" y="5346"/>
                    <a:pt x="1477" y="5263"/>
                  </a:cubicBezTo>
                  <a:cubicBezTo>
                    <a:pt x="1477" y="5168"/>
                    <a:pt x="1393" y="5096"/>
                    <a:pt x="1310" y="5096"/>
                  </a:cubicBezTo>
                  <a:lnTo>
                    <a:pt x="905" y="5096"/>
                  </a:lnTo>
                  <a:cubicBezTo>
                    <a:pt x="1000" y="2834"/>
                    <a:pt x="2822" y="1001"/>
                    <a:pt x="5084" y="905"/>
                  </a:cubicBezTo>
                  <a:lnTo>
                    <a:pt x="5084" y="1310"/>
                  </a:lnTo>
                  <a:cubicBezTo>
                    <a:pt x="5084" y="1405"/>
                    <a:pt x="5168" y="1477"/>
                    <a:pt x="5251" y="1477"/>
                  </a:cubicBezTo>
                  <a:cubicBezTo>
                    <a:pt x="5346" y="1477"/>
                    <a:pt x="5418" y="1405"/>
                    <a:pt x="5418" y="1310"/>
                  </a:cubicBezTo>
                  <a:lnTo>
                    <a:pt x="5418" y="905"/>
                  </a:lnTo>
                  <a:close/>
                  <a:moveTo>
                    <a:pt x="5251" y="0"/>
                  </a:moveTo>
                  <a:cubicBezTo>
                    <a:pt x="5168" y="0"/>
                    <a:pt x="5084" y="84"/>
                    <a:pt x="5084" y="167"/>
                  </a:cubicBezTo>
                  <a:lnTo>
                    <a:pt x="5084" y="572"/>
                  </a:lnTo>
                  <a:cubicBezTo>
                    <a:pt x="2632" y="655"/>
                    <a:pt x="655" y="2644"/>
                    <a:pt x="560" y="5096"/>
                  </a:cubicBezTo>
                  <a:lnTo>
                    <a:pt x="167" y="5096"/>
                  </a:lnTo>
                  <a:cubicBezTo>
                    <a:pt x="72" y="5096"/>
                    <a:pt x="0" y="5168"/>
                    <a:pt x="0" y="5263"/>
                  </a:cubicBezTo>
                  <a:cubicBezTo>
                    <a:pt x="0" y="5346"/>
                    <a:pt x="72" y="5418"/>
                    <a:pt x="167" y="5418"/>
                  </a:cubicBezTo>
                  <a:lnTo>
                    <a:pt x="560" y="5418"/>
                  </a:lnTo>
                  <a:cubicBezTo>
                    <a:pt x="655" y="7882"/>
                    <a:pt x="2632" y="9859"/>
                    <a:pt x="5084" y="9942"/>
                  </a:cubicBezTo>
                  <a:lnTo>
                    <a:pt x="5084" y="10347"/>
                  </a:lnTo>
                  <a:cubicBezTo>
                    <a:pt x="5084" y="10442"/>
                    <a:pt x="5168" y="10514"/>
                    <a:pt x="5251" y="10514"/>
                  </a:cubicBezTo>
                  <a:cubicBezTo>
                    <a:pt x="5346" y="10514"/>
                    <a:pt x="5418" y="10442"/>
                    <a:pt x="5418" y="10347"/>
                  </a:cubicBezTo>
                  <a:lnTo>
                    <a:pt x="5418" y="9942"/>
                  </a:lnTo>
                  <a:cubicBezTo>
                    <a:pt x="7870" y="9859"/>
                    <a:pt x="9847" y="7882"/>
                    <a:pt x="9942" y="5418"/>
                  </a:cubicBezTo>
                  <a:lnTo>
                    <a:pt x="10347" y="5418"/>
                  </a:lnTo>
                  <a:cubicBezTo>
                    <a:pt x="10430" y="5418"/>
                    <a:pt x="10502" y="5346"/>
                    <a:pt x="10502" y="5263"/>
                  </a:cubicBezTo>
                  <a:cubicBezTo>
                    <a:pt x="10502" y="5168"/>
                    <a:pt x="10442" y="5096"/>
                    <a:pt x="10347" y="5096"/>
                  </a:cubicBezTo>
                  <a:lnTo>
                    <a:pt x="9942" y="5096"/>
                  </a:lnTo>
                  <a:cubicBezTo>
                    <a:pt x="9847" y="2644"/>
                    <a:pt x="7870" y="655"/>
                    <a:pt x="5418" y="572"/>
                  </a:cubicBezTo>
                  <a:lnTo>
                    <a:pt x="5418" y="167"/>
                  </a:lnTo>
                  <a:cubicBezTo>
                    <a:pt x="5418" y="84"/>
                    <a:pt x="5346" y="0"/>
                    <a:pt x="52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691;p27"/>
          <p:cNvGrpSpPr/>
          <p:nvPr/>
        </p:nvGrpSpPr>
        <p:grpSpPr>
          <a:xfrm>
            <a:off x="2092381" y="3020723"/>
            <a:ext cx="422488" cy="421528"/>
            <a:chOff x="2302788" y="1505981"/>
            <a:chExt cx="336188" cy="335425"/>
          </a:xfrm>
        </p:grpSpPr>
        <p:sp>
          <p:nvSpPr>
            <p:cNvPr id="692" name="Google Shape;692;p27"/>
            <p:cNvSpPr/>
            <p:nvPr/>
          </p:nvSpPr>
          <p:spPr>
            <a:xfrm>
              <a:off x="2302788" y="1505981"/>
              <a:ext cx="336188" cy="335425"/>
            </a:xfrm>
            <a:custGeom>
              <a:avLst/>
              <a:gdLst/>
              <a:ahLst/>
              <a:cxnLst/>
              <a:rect l="l" t="t" r="r" b="b"/>
              <a:pathLst>
                <a:path w="10562" h="10538" extrusionOk="0">
                  <a:moveTo>
                    <a:pt x="5275" y="1"/>
                  </a:moveTo>
                  <a:cubicBezTo>
                    <a:pt x="3858" y="1"/>
                    <a:pt x="2536" y="548"/>
                    <a:pt x="1548" y="1548"/>
                  </a:cubicBezTo>
                  <a:cubicBezTo>
                    <a:pt x="548" y="2549"/>
                    <a:pt x="0" y="3870"/>
                    <a:pt x="0" y="5263"/>
                  </a:cubicBezTo>
                  <a:cubicBezTo>
                    <a:pt x="0" y="6668"/>
                    <a:pt x="548" y="8002"/>
                    <a:pt x="1548" y="8990"/>
                  </a:cubicBezTo>
                  <a:cubicBezTo>
                    <a:pt x="2548" y="9990"/>
                    <a:pt x="3870" y="10538"/>
                    <a:pt x="5275" y="10538"/>
                  </a:cubicBezTo>
                  <a:cubicBezTo>
                    <a:pt x="6680" y="10538"/>
                    <a:pt x="8013" y="9990"/>
                    <a:pt x="8989" y="8990"/>
                  </a:cubicBezTo>
                  <a:cubicBezTo>
                    <a:pt x="9990" y="7990"/>
                    <a:pt x="10537" y="6668"/>
                    <a:pt x="10537" y="5263"/>
                  </a:cubicBezTo>
                  <a:cubicBezTo>
                    <a:pt x="10561" y="5192"/>
                    <a:pt x="10549" y="5085"/>
                    <a:pt x="10549" y="5001"/>
                  </a:cubicBezTo>
                  <a:cubicBezTo>
                    <a:pt x="10549" y="4906"/>
                    <a:pt x="10478" y="4847"/>
                    <a:pt x="10394" y="4847"/>
                  </a:cubicBezTo>
                  <a:cubicBezTo>
                    <a:pt x="10299" y="4847"/>
                    <a:pt x="10240" y="4930"/>
                    <a:pt x="10240" y="5013"/>
                  </a:cubicBezTo>
                  <a:lnTo>
                    <a:pt x="10240" y="5287"/>
                  </a:lnTo>
                  <a:cubicBezTo>
                    <a:pt x="10240" y="6609"/>
                    <a:pt x="9716" y="7859"/>
                    <a:pt x="8787" y="8799"/>
                  </a:cubicBezTo>
                  <a:cubicBezTo>
                    <a:pt x="7846" y="9728"/>
                    <a:pt x="6596" y="10252"/>
                    <a:pt x="5275" y="10252"/>
                  </a:cubicBezTo>
                  <a:cubicBezTo>
                    <a:pt x="3941" y="10252"/>
                    <a:pt x="2691" y="9728"/>
                    <a:pt x="1762" y="8799"/>
                  </a:cubicBezTo>
                  <a:cubicBezTo>
                    <a:pt x="822" y="7859"/>
                    <a:pt x="298" y="6609"/>
                    <a:pt x="298" y="5287"/>
                  </a:cubicBezTo>
                  <a:cubicBezTo>
                    <a:pt x="298" y="3954"/>
                    <a:pt x="822" y="2703"/>
                    <a:pt x="1762" y="1775"/>
                  </a:cubicBezTo>
                  <a:cubicBezTo>
                    <a:pt x="2691" y="834"/>
                    <a:pt x="3941" y="310"/>
                    <a:pt x="5275" y="310"/>
                  </a:cubicBezTo>
                  <a:cubicBezTo>
                    <a:pt x="6442" y="310"/>
                    <a:pt x="7573" y="727"/>
                    <a:pt x="8466" y="1477"/>
                  </a:cubicBezTo>
                  <a:cubicBezTo>
                    <a:pt x="9347" y="2215"/>
                    <a:pt x="9942" y="3239"/>
                    <a:pt x="10156" y="4370"/>
                  </a:cubicBezTo>
                  <a:cubicBezTo>
                    <a:pt x="10167" y="4454"/>
                    <a:pt x="10223" y="4492"/>
                    <a:pt x="10301" y="4492"/>
                  </a:cubicBezTo>
                  <a:cubicBezTo>
                    <a:pt x="10312" y="4492"/>
                    <a:pt x="10323" y="4491"/>
                    <a:pt x="10335" y="4489"/>
                  </a:cubicBezTo>
                  <a:cubicBezTo>
                    <a:pt x="10418" y="4477"/>
                    <a:pt x="10466" y="4406"/>
                    <a:pt x="10454" y="4311"/>
                  </a:cubicBezTo>
                  <a:cubicBezTo>
                    <a:pt x="10228" y="3108"/>
                    <a:pt x="9597" y="2025"/>
                    <a:pt x="8668" y="1239"/>
                  </a:cubicBezTo>
                  <a:cubicBezTo>
                    <a:pt x="7716" y="429"/>
                    <a:pt x="6501" y="1"/>
                    <a:pt x="52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2327806" y="1530618"/>
              <a:ext cx="287266" cy="286916"/>
            </a:xfrm>
            <a:custGeom>
              <a:avLst/>
              <a:gdLst/>
              <a:ahLst/>
              <a:cxnLst/>
              <a:rect l="l" t="t" r="r" b="b"/>
              <a:pathLst>
                <a:path w="9025" h="9014" extrusionOk="0">
                  <a:moveTo>
                    <a:pt x="4513" y="1"/>
                  </a:moveTo>
                  <a:cubicBezTo>
                    <a:pt x="3870" y="1"/>
                    <a:pt x="3262" y="132"/>
                    <a:pt x="2679" y="382"/>
                  </a:cubicBezTo>
                  <a:cubicBezTo>
                    <a:pt x="2119" y="644"/>
                    <a:pt x="1619" y="1001"/>
                    <a:pt x="1215" y="1441"/>
                  </a:cubicBezTo>
                  <a:cubicBezTo>
                    <a:pt x="1155" y="1501"/>
                    <a:pt x="1155" y="1608"/>
                    <a:pt x="1226" y="1667"/>
                  </a:cubicBezTo>
                  <a:cubicBezTo>
                    <a:pt x="1255" y="1696"/>
                    <a:pt x="1294" y="1711"/>
                    <a:pt x="1334" y="1711"/>
                  </a:cubicBezTo>
                  <a:cubicBezTo>
                    <a:pt x="1377" y="1711"/>
                    <a:pt x="1422" y="1693"/>
                    <a:pt x="1453" y="1656"/>
                  </a:cubicBezTo>
                  <a:cubicBezTo>
                    <a:pt x="1834" y="1239"/>
                    <a:pt x="2298" y="894"/>
                    <a:pt x="2822" y="667"/>
                  </a:cubicBezTo>
                  <a:cubicBezTo>
                    <a:pt x="3358" y="429"/>
                    <a:pt x="3929" y="310"/>
                    <a:pt x="4524" y="310"/>
                  </a:cubicBezTo>
                  <a:cubicBezTo>
                    <a:pt x="6834" y="310"/>
                    <a:pt x="8727" y="2191"/>
                    <a:pt x="8727" y="4513"/>
                  </a:cubicBezTo>
                  <a:cubicBezTo>
                    <a:pt x="8727" y="6811"/>
                    <a:pt x="6846" y="8704"/>
                    <a:pt x="4524" y="8704"/>
                  </a:cubicBezTo>
                  <a:cubicBezTo>
                    <a:pt x="2227" y="8704"/>
                    <a:pt x="333" y="6835"/>
                    <a:pt x="333" y="4513"/>
                  </a:cubicBezTo>
                  <a:cubicBezTo>
                    <a:pt x="333" y="3692"/>
                    <a:pt x="572" y="2882"/>
                    <a:pt x="1036" y="2203"/>
                  </a:cubicBezTo>
                  <a:cubicBezTo>
                    <a:pt x="1048" y="2132"/>
                    <a:pt x="1036" y="2037"/>
                    <a:pt x="953" y="1977"/>
                  </a:cubicBezTo>
                  <a:cubicBezTo>
                    <a:pt x="927" y="1960"/>
                    <a:pt x="900" y="1952"/>
                    <a:pt x="874" y="1952"/>
                  </a:cubicBezTo>
                  <a:cubicBezTo>
                    <a:pt x="827" y="1952"/>
                    <a:pt x="781" y="1979"/>
                    <a:pt x="750" y="2025"/>
                  </a:cubicBezTo>
                  <a:cubicBezTo>
                    <a:pt x="262" y="2751"/>
                    <a:pt x="0" y="3620"/>
                    <a:pt x="0" y="4513"/>
                  </a:cubicBezTo>
                  <a:cubicBezTo>
                    <a:pt x="0" y="5716"/>
                    <a:pt x="464" y="6847"/>
                    <a:pt x="1334" y="7692"/>
                  </a:cubicBezTo>
                  <a:cubicBezTo>
                    <a:pt x="2191" y="8537"/>
                    <a:pt x="3310" y="9014"/>
                    <a:pt x="4513" y="9014"/>
                  </a:cubicBezTo>
                  <a:cubicBezTo>
                    <a:pt x="5715" y="9014"/>
                    <a:pt x="6846" y="8549"/>
                    <a:pt x="7692" y="7692"/>
                  </a:cubicBezTo>
                  <a:cubicBezTo>
                    <a:pt x="8549" y="6835"/>
                    <a:pt x="9025" y="5716"/>
                    <a:pt x="9025" y="4513"/>
                  </a:cubicBezTo>
                  <a:cubicBezTo>
                    <a:pt x="9025" y="3299"/>
                    <a:pt x="8561" y="2168"/>
                    <a:pt x="7692" y="1322"/>
                  </a:cubicBezTo>
                  <a:cubicBezTo>
                    <a:pt x="6846" y="477"/>
                    <a:pt x="5715" y="1"/>
                    <a:pt x="45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2352061" y="1669333"/>
              <a:ext cx="16679" cy="9485"/>
            </a:xfrm>
            <a:custGeom>
              <a:avLst/>
              <a:gdLst/>
              <a:ahLst/>
              <a:cxnLst/>
              <a:rect l="l" t="t" r="r" b="b"/>
              <a:pathLst>
                <a:path w="524" h="298" extrusionOk="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369" y="298"/>
                  </a:lnTo>
                  <a:cubicBezTo>
                    <a:pt x="464" y="298"/>
                    <a:pt x="524" y="226"/>
                    <a:pt x="524" y="155"/>
                  </a:cubicBezTo>
                  <a:cubicBezTo>
                    <a:pt x="524" y="60"/>
                    <a:pt x="453" y="0"/>
                    <a:pt x="3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2466871" y="1554490"/>
              <a:ext cx="123946" cy="124328"/>
            </a:xfrm>
            <a:custGeom>
              <a:avLst/>
              <a:gdLst/>
              <a:ahLst/>
              <a:cxnLst/>
              <a:rect l="l" t="t" r="r" b="b"/>
              <a:pathLst>
                <a:path w="3894" h="3906" extrusionOk="0">
                  <a:moveTo>
                    <a:pt x="144" y="1"/>
                  </a:moveTo>
                  <a:cubicBezTo>
                    <a:pt x="48" y="1"/>
                    <a:pt x="1" y="84"/>
                    <a:pt x="1" y="155"/>
                  </a:cubicBezTo>
                  <a:lnTo>
                    <a:pt x="1" y="3751"/>
                  </a:lnTo>
                  <a:cubicBezTo>
                    <a:pt x="1" y="3846"/>
                    <a:pt x="72" y="3906"/>
                    <a:pt x="144" y="3906"/>
                  </a:cubicBezTo>
                  <a:lnTo>
                    <a:pt x="3751" y="3906"/>
                  </a:lnTo>
                  <a:cubicBezTo>
                    <a:pt x="3834" y="3906"/>
                    <a:pt x="3894" y="3834"/>
                    <a:pt x="3894" y="3751"/>
                  </a:cubicBezTo>
                  <a:cubicBezTo>
                    <a:pt x="3894" y="3668"/>
                    <a:pt x="3823" y="3608"/>
                    <a:pt x="3751" y="3608"/>
                  </a:cubicBezTo>
                  <a:lnTo>
                    <a:pt x="310" y="3608"/>
                  </a:lnTo>
                  <a:lnTo>
                    <a:pt x="310" y="155"/>
                  </a:lnTo>
                  <a:lnTo>
                    <a:pt x="298" y="155"/>
                  </a:lnTo>
                  <a:cubicBezTo>
                    <a:pt x="298" y="72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7"/>
            <p:cNvSpPr/>
            <p:nvPr/>
          </p:nvSpPr>
          <p:spPr>
            <a:xfrm>
              <a:off x="2466107" y="1776950"/>
              <a:ext cx="9517" cy="16711"/>
            </a:xfrm>
            <a:custGeom>
              <a:avLst/>
              <a:gdLst/>
              <a:ahLst/>
              <a:cxnLst/>
              <a:rect l="l" t="t" r="r" b="b"/>
              <a:pathLst>
                <a:path w="299" h="525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370"/>
                  </a:lnTo>
                  <a:cubicBezTo>
                    <a:pt x="1" y="465"/>
                    <a:pt x="84" y="525"/>
                    <a:pt x="156" y="525"/>
                  </a:cubicBezTo>
                  <a:cubicBezTo>
                    <a:pt x="239" y="525"/>
                    <a:pt x="299" y="441"/>
                    <a:pt x="299" y="370"/>
                  </a:cubicBezTo>
                  <a:lnTo>
                    <a:pt x="299" y="144"/>
                  </a:lnTo>
                  <a:cubicBezTo>
                    <a:pt x="299" y="60"/>
                    <a:pt x="227" y="1"/>
                    <a:pt x="1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7"/>
            <p:cNvSpPr/>
            <p:nvPr/>
          </p:nvSpPr>
          <p:spPr>
            <a:xfrm>
              <a:off x="2384272" y="1587944"/>
              <a:ext cx="16329" cy="15087"/>
            </a:xfrm>
            <a:custGeom>
              <a:avLst/>
              <a:gdLst/>
              <a:ahLst/>
              <a:cxnLst/>
              <a:rect l="l" t="t" r="r" b="b"/>
              <a:pathLst>
                <a:path w="513" h="474" extrusionOk="0">
                  <a:moveTo>
                    <a:pt x="173" y="0"/>
                  </a:moveTo>
                  <a:cubicBezTo>
                    <a:pt x="131" y="0"/>
                    <a:pt x="89" y="15"/>
                    <a:pt x="60" y="45"/>
                  </a:cubicBezTo>
                  <a:cubicBezTo>
                    <a:pt x="0" y="105"/>
                    <a:pt x="0" y="212"/>
                    <a:pt x="60" y="271"/>
                  </a:cubicBezTo>
                  <a:lnTo>
                    <a:pt x="238" y="426"/>
                  </a:lnTo>
                  <a:cubicBezTo>
                    <a:pt x="274" y="462"/>
                    <a:pt x="310" y="474"/>
                    <a:pt x="345" y="474"/>
                  </a:cubicBezTo>
                  <a:cubicBezTo>
                    <a:pt x="393" y="474"/>
                    <a:pt x="417" y="462"/>
                    <a:pt x="453" y="426"/>
                  </a:cubicBezTo>
                  <a:cubicBezTo>
                    <a:pt x="512" y="367"/>
                    <a:pt x="512" y="271"/>
                    <a:pt x="453" y="212"/>
                  </a:cubicBezTo>
                  <a:lnTo>
                    <a:pt x="286" y="45"/>
                  </a:lnTo>
                  <a:cubicBezTo>
                    <a:pt x="256" y="15"/>
                    <a:pt x="214" y="0"/>
                    <a:pt x="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7"/>
            <p:cNvSpPr/>
            <p:nvPr/>
          </p:nvSpPr>
          <p:spPr>
            <a:xfrm>
              <a:off x="2541544" y="1745216"/>
              <a:ext cx="15565" cy="15087"/>
            </a:xfrm>
            <a:custGeom>
              <a:avLst/>
              <a:gdLst/>
              <a:ahLst/>
              <a:cxnLst/>
              <a:rect l="l" t="t" r="r" b="b"/>
              <a:pathLst>
                <a:path w="489" h="474" extrusionOk="0">
                  <a:moveTo>
                    <a:pt x="171" y="0"/>
                  </a:moveTo>
                  <a:cubicBezTo>
                    <a:pt x="131" y="0"/>
                    <a:pt x="89" y="15"/>
                    <a:pt x="60" y="45"/>
                  </a:cubicBezTo>
                  <a:cubicBezTo>
                    <a:pt x="0" y="105"/>
                    <a:pt x="0" y="212"/>
                    <a:pt x="60" y="259"/>
                  </a:cubicBezTo>
                  <a:lnTo>
                    <a:pt x="226" y="426"/>
                  </a:lnTo>
                  <a:cubicBezTo>
                    <a:pt x="250" y="462"/>
                    <a:pt x="298" y="474"/>
                    <a:pt x="334" y="474"/>
                  </a:cubicBezTo>
                  <a:cubicBezTo>
                    <a:pt x="369" y="474"/>
                    <a:pt x="405" y="462"/>
                    <a:pt x="429" y="426"/>
                  </a:cubicBezTo>
                  <a:cubicBezTo>
                    <a:pt x="488" y="367"/>
                    <a:pt x="488" y="259"/>
                    <a:pt x="429" y="212"/>
                  </a:cubicBezTo>
                  <a:lnTo>
                    <a:pt x="274" y="45"/>
                  </a:lnTo>
                  <a:cubicBezTo>
                    <a:pt x="250" y="15"/>
                    <a:pt x="212" y="0"/>
                    <a:pt x="1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7"/>
            <p:cNvSpPr/>
            <p:nvPr/>
          </p:nvSpPr>
          <p:spPr>
            <a:xfrm>
              <a:off x="2541544" y="1587944"/>
              <a:ext cx="16329" cy="15087"/>
            </a:xfrm>
            <a:custGeom>
              <a:avLst/>
              <a:gdLst/>
              <a:ahLst/>
              <a:cxnLst/>
              <a:rect l="l" t="t" r="r" b="b"/>
              <a:pathLst>
                <a:path w="513" h="474" extrusionOk="0">
                  <a:moveTo>
                    <a:pt x="340" y="0"/>
                  </a:moveTo>
                  <a:cubicBezTo>
                    <a:pt x="298" y="0"/>
                    <a:pt x="256" y="15"/>
                    <a:pt x="226" y="45"/>
                  </a:cubicBezTo>
                  <a:lnTo>
                    <a:pt x="60" y="212"/>
                  </a:lnTo>
                  <a:cubicBezTo>
                    <a:pt x="0" y="271"/>
                    <a:pt x="0" y="367"/>
                    <a:pt x="60" y="426"/>
                  </a:cubicBezTo>
                  <a:cubicBezTo>
                    <a:pt x="95" y="462"/>
                    <a:pt x="131" y="474"/>
                    <a:pt x="167" y="474"/>
                  </a:cubicBezTo>
                  <a:cubicBezTo>
                    <a:pt x="215" y="474"/>
                    <a:pt x="250" y="462"/>
                    <a:pt x="286" y="426"/>
                  </a:cubicBezTo>
                  <a:lnTo>
                    <a:pt x="453" y="271"/>
                  </a:lnTo>
                  <a:cubicBezTo>
                    <a:pt x="512" y="212"/>
                    <a:pt x="512" y="105"/>
                    <a:pt x="453" y="45"/>
                  </a:cubicBezTo>
                  <a:cubicBezTo>
                    <a:pt x="423" y="15"/>
                    <a:pt x="381" y="0"/>
                    <a:pt x="3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7"/>
            <p:cNvSpPr/>
            <p:nvPr/>
          </p:nvSpPr>
          <p:spPr>
            <a:xfrm>
              <a:off x="2384654" y="1744452"/>
              <a:ext cx="15947" cy="15469"/>
            </a:xfrm>
            <a:custGeom>
              <a:avLst/>
              <a:gdLst/>
              <a:ahLst/>
              <a:cxnLst/>
              <a:rect l="l" t="t" r="r" b="b"/>
              <a:pathLst>
                <a:path w="501" h="486" extrusionOk="0">
                  <a:moveTo>
                    <a:pt x="327" y="1"/>
                  </a:moveTo>
                  <a:cubicBezTo>
                    <a:pt x="286" y="1"/>
                    <a:pt x="244" y="16"/>
                    <a:pt x="214" y="45"/>
                  </a:cubicBezTo>
                  <a:lnTo>
                    <a:pt x="48" y="212"/>
                  </a:lnTo>
                  <a:cubicBezTo>
                    <a:pt x="0" y="272"/>
                    <a:pt x="0" y="379"/>
                    <a:pt x="60" y="438"/>
                  </a:cubicBezTo>
                  <a:cubicBezTo>
                    <a:pt x="95" y="462"/>
                    <a:pt x="143" y="486"/>
                    <a:pt x="167" y="486"/>
                  </a:cubicBezTo>
                  <a:cubicBezTo>
                    <a:pt x="202" y="486"/>
                    <a:pt x="238" y="462"/>
                    <a:pt x="274" y="438"/>
                  </a:cubicBezTo>
                  <a:lnTo>
                    <a:pt x="441" y="272"/>
                  </a:lnTo>
                  <a:cubicBezTo>
                    <a:pt x="500" y="212"/>
                    <a:pt x="500" y="105"/>
                    <a:pt x="441" y="45"/>
                  </a:cubicBezTo>
                  <a:cubicBezTo>
                    <a:pt x="411" y="16"/>
                    <a:pt x="369" y="1"/>
                    <a:pt x="3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7"/>
            <p:cNvSpPr/>
            <p:nvPr/>
          </p:nvSpPr>
          <p:spPr>
            <a:xfrm>
              <a:off x="2360018" y="1624548"/>
              <a:ext cx="18207" cy="12605"/>
            </a:xfrm>
            <a:custGeom>
              <a:avLst/>
              <a:gdLst/>
              <a:ahLst/>
              <a:cxnLst/>
              <a:rect l="l" t="t" r="r" b="b"/>
              <a:pathLst>
                <a:path w="572" h="396" extrusionOk="0">
                  <a:moveTo>
                    <a:pt x="179" y="0"/>
                  </a:moveTo>
                  <a:cubicBezTo>
                    <a:pt x="125" y="0"/>
                    <a:pt x="71" y="33"/>
                    <a:pt x="36" y="86"/>
                  </a:cubicBezTo>
                  <a:cubicBezTo>
                    <a:pt x="0" y="157"/>
                    <a:pt x="36" y="252"/>
                    <a:pt x="107" y="288"/>
                  </a:cubicBezTo>
                  <a:lnTo>
                    <a:pt x="322" y="383"/>
                  </a:lnTo>
                  <a:cubicBezTo>
                    <a:pt x="333" y="395"/>
                    <a:pt x="357" y="395"/>
                    <a:pt x="381" y="395"/>
                  </a:cubicBezTo>
                  <a:cubicBezTo>
                    <a:pt x="429" y="395"/>
                    <a:pt x="500" y="371"/>
                    <a:pt x="524" y="312"/>
                  </a:cubicBezTo>
                  <a:cubicBezTo>
                    <a:pt x="572" y="217"/>
                    <a:pt x="524" y="133"/>
                    <a:pt x="453" y="98"/>
                  </a:cubicBezTo>
                  <a:lnTo>
                    <a:pt x="238" y="14"/>
                  </a:lnTo>
                  <a:cubicBezTo>
                    <a:pt x="219" y="5"/>
                    <a:pt x="199" y="0"/>
                    <a:pt x="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7"/>
            <p:cNvSpPr/>
            <p:nvPr/>
          </p:nvSpPr>
          <p:spPr>
            <a:xfrm>
              <a:off x="2564271" y="1711126"/>
              <a:ext cx="17475" cy="12796"/>
            </a:xfrm>
            <a:custGeom>
              <a:avLst/>
              <a:gdLst/>
              <a:ahLst/>
              <a:cxnLst/>
              <a:rect l="l" t="t" r="r" b="b"/>
              <a:pathLst>
                <a:path w="549" h="402" extrusionOk="0">
                  <a:moveTo>
                    <a:pt x="184" y="0"/>
                  </a:moveTo>
                  <a:cubicBezTo>
                    <a:pt x="125" y="0"/>
                    <a:pt x="63" y="29"/>
                    <a:pt x="36" y="92"/>
                  </a:cubicBezTo>
                  <a:cubicBezTo>
                    <a:pt x="1" y="164"/>
                    <a:pt x="36" y="247"/>
                    <a:pt x="108" y="295"/>
                  </a:cubicBezTo>
                  <a:lnTo>
                    <a:pt x="310" y="390"/>
                  </a:lnTo>
                  <a:cubicBezTo>
                    <a:pt x="334" y="402"/>
                    <a:pt x="358" y="402"/>
                    <a:pt x="370" y="402"/>
                  </a:cubicBezTo>
                  <a:cubicBezTo>
                    <a:pt x="429" y="402"/>
                    <a:pt x="489" y="366"/>
                    <a:pt x="524" y="307"/>
                  </a:cubicBezTo>
                  <a:cubicBezTo>
                    <a:pt x="548" y="235"/>
                    <a:pt x="524" y="140"/>
                    <a:pt x="453" y="104"/>
                  </a:cubicBezTo>
                  <a:lnTo>
                    <a:pt x="239" y="9"/>
                  </a:lnTo>
                  <a:cubicBezTo>
                    <a:pt x="221" y="3"/>
                    <a:pt x="203" y="0"/>
                    <a:pt x="1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7"/>
            <p:cNvSpPr/>
            <p:nvPr/>
          </p:nvSpPr>
          <p:spPr>
            <a:xfrm>
              <a:off x="2507805" y="1563912"/>
              <a:ext cx="14069" cy="16392"/>
            </a:xfrm>
            <a:custGeom>
              <a:avLst/>
              <a:gdLst/>
              <a:ahLst/>
              <a:cxnLst/>
              <a:rect l="l" t="t" r="r" b="b"/>
              <a:pathLst>
                <a:path w="442" h="515" extrusionOk="0">
                  <a:moveTo>
                    <a:pt x="273" y="0"/>
                  </a:moveTo>
                  <a:cubicBezTo>
                    <a:pt x="215" y="0"/>
                    <a:pt x="154" y="33"/>
                    <a:pt x="120" y="86"/>
                  </a:cubicBezTo>
                  <a:lnTo>
                    <a:pt x="36" y="288"/>
                  </a:lnTo>
                  <a:cubicBezTo>
                    <a:pt x="1" y="371"/>
                    <a:pt x="36" y="455"/>
                    <a:pt x="108" y="502"/>
                  </a:cubicBezTo>
                  <a:cubicBezTo>
                    <a:pt x="120" y="514"/>
                    <a:pt x="155" y="514"/>
                    <a:pt x="167" y="514"/>
                  </a:cubicBezTo>
                  <a:cubicBezTo>
                    <a:pt x="227" y="514"/>
                    <a:pt x="286" y="490"/>
                    <a:pt x="322" y="431"/>
                  </a:cubicBezTo>
                  <a:lnTo>
                    <a:pt x="405" y="217"/>
                  </a:lnTo>
                  <a:cubicBezTo>
                    <a:pt x="441" y="145"/>
                    <a:pt x="405" y="50"/>
                    <a:pt x="334" y="14"/>
                  </a:cubicBezTo>
                  <a:cubicBezTo>
                    <a:pt x="315" y="5"/>
                    <a:pt x="294" y="0"/>
                    <a:pt x="2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7"/>
            <p:cNvSpPr/>
            <p:nvPr/>
          </p:nvSpPr>
          <p:spPr>
            <a:xfrm>
              <a:off x="2420654" y="1767974"/>
              <a:ext cx="14419" cy="16583"/>
            </a:xfrm>
            <a:custGeom>
              <a:avLst/>
              <a:gdLst/>
              <a:ahLst/>
              <a:cxnLst/>
              <a:rect l="l" t="t" r="r" b="b"/>
              <a:pathLst>
                <a:path w="453" h="521" extrusionOk="0">
                  <a:moveTo>
                    <a:pt x="290" y="0"/>
                  </a:moveTo>
                  <a:cubicBezTo>
                    <a:pt x="231" y="0"/>
                    <a:pt x="170" y="29"/>
                    <a:pt x="143" y="92"/>
                  </a:cubicBezTo>
                  <a:lnTo>
                    <a:pt x="48" y="295"/>
                  </a:lnTo>
                  <a:cubicBezTo>
                    <a:pt x="0" y="366"/>
                    <a:pt x="48" y="473"/>
                    <a:pt x="119" y="509"/>
                  </a:cubicBezTo>
                  <a:cubicBezTo>
                    <a:pt x="143" y="521"/>
                    <a:pt x="167" y="521"/>
                    <a:pt x="179" y="521"/>
                  </a:cubicBezTo>
                  <a:cubicBezTo>
                    <a:pt x="238" y="521"/>
                    <a:pt x="298" y="485"/>
                    <a:pt x="333" y="426"/>
                  </a:cubicBezTo>
                  <a:lnTo>
                    <a:pt x="417" y="223"/>
                  </a:lnTo>
                  <a:cubicBezTo>
                    <a:pt x="453" y="152"/>
                    <a:pt x="417" y="56"/>
                    <a:pt x="345" y="9"/>
                  </a:cubicBezTo>
                  <a:cubicBezTo>
                    <a:pt x="328" y="3"/>
                    <a:pt x="309" y="0"/>
                    <a:pt x="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7"/>
            <p:cNvSpPr/>
            <p:nvPr/>
          </p:nvSpPr>
          <p:spPr>
            <a:xfrm>
              <a:off x="2422532" y="1562448"/>
              <a:ext cx="14451" cy="17093"/>
            </a:xfrm>
            <a:custGeom>
              <a:avLst/>
              <a:gdLst/>
              <a:ahLst/>
              <a:cxnLst/>
              <a:rect l="l" t="t" r="r" b="b"/>
              <a:pathLst>
                <a:path w="454" h="537" extrusionOk="0">
                  <a:moveTo>
                    <a:pt x="184" y="0"/>
                  </a:moveTo>
                  <a:cubicBezTo>
                    <a:pt x="164" y="0"/>
                    <a:pt x="142" y="4"/>
                    <a:pt x="120" y="13"/>
                  </a:cubicBezTo>
                  <a:cubicBezTo>
                    <a:pt x="48" y="36"/>
                    <a:pt x="1" y="132"/>
                    <a:pt x="36" y="215"/>
                  </a:cubicBezTo>
                  <a:lnTo>
                    <a:pt x="120" y="429"/>
                  </a:lnTo>
                  <a:cubicBezTo>
                    <a:pt x="155" y="501"/>
                    <a:pt x="215" y="536"/>
                    <a:pt x="274" y="536"/>
                  </a:cubicBezTo>
                  <a:cubicBezTo>
                    <a:pt x="286" y="536"/>
                    <a:pt x="322" y="536"/>
                    <a:pt x="334" y="513"/>
                  </a:cubicBezTo>
                  <a:cubicBezTo>
                    <a:pt x="405" y="489"/>
                    <a:pt x="453" y="394"/>
                    <a:pt x="417" y="310"/>
                  </a:cubicBezTo>
                  <a:lnTo>
                    <a:pt x="334" y="96"/>
                  </a:lnTo>
                  <a:cubicBezTo>
                    <a:pt x="307" y="41"/>
                    <a:pt x="251" y="0"/>
                    <a:pt x="1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7"/>
            <p:cNvSpPr/>
            <p:nvPr/>
          </p:nvSpPr>
          <p:spPr>
            <a:xfrm>
              <a:off x="2505545" y="1768770"/>
              <a:ext cx="14037" cy="16552"/>
            </a:xfrm>
            <a:custGeom>
              <a:avLst/>
              <a:gdLst/>
              <a:ahLst/>
              <a:cxnLst/>
              <a:rect l="l" t="t" r="r" b="b"/>
              <a:pathLst>
                <a:path w="441" h="520" extrusionOk="0">
                  <a:moveTo>
                    <a:pt x="195" y="0"/>
                  </a:moveTo>
                  <a:cubicBezTo>
                    <a:pt x="171" y="0"/>
                    <a:pt x="146" y="6"/>
                    <a:pt x="119" y="20"/>
                  </a:cubicBezTo>
                  <a:cubicBezTo>
                    <a:pt x="48" y="43"/>
                    <a:pt x="0" y="139"/>
                    <a:pt x="24" y="222"/>
                  </a:cubicBezTo>
                  <a:lnTo>
                    <a:pt x="119" y="436"/>
                  </a:lnTo>
                  <a:cubicBezTo>
                    <a:pt x="155" y="496"/>
                    <a:pt x="214" y="520"/>
                    <a:pt x="274" y="520"/>
                  </a:cubicBezTo>
                  <a:cubicBezTo>
                    <a:pt x="286" y="520"/>
                    <a:pt x="310" y="520"/>
                    <a:pt x="322" y="508"/>
                  </a:cubicBezTo>
                  <a:cubicBezTo>
                    <a:pt x="405" y="472"/>
                    <a:pt x="441" y="389"/>
                    <a:pt x="417" y="293"/>
                  </a:cubicBezTo>
                  <a:lnTo>
                    <a:pt x="322" y="91"/>
                  </a:lnTo>
                  <a:cubicBezTo>
                    <a:pt x="304" y="39"/>
                    <a:pt x="256" y="0"/>
                    <a:pt x="1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7"/>
            <p:cNvSpPr/>
            <p:nvPr/>
          </p:nvSpPr>
          <p:spPr>
            <a:xfrm>
              <a:off x="2565417" y="1625885"/>
              <a:ext cx="17825" cy="13146"/>
            </a:xfrm>
            <a:custGeom>
              <a:avLst/>
              <a:gdLst/>
              <a:ahLst/>
              <a:cxnLst/>
              <a:rect l="l" t="t" r="r" b="b"/>
              <a:pathLst>
                <a:path w="560" h="413" extrusionOk="0">
                  <a:moveTo>
                    <a:pt x="378" y="1"/>
                  </a:moveTo>
                  <a:cubicBezTo>
                    <a:pt x="360" y="1"/>
                    <a:pt x="341" y="3"/>
                    <a:pt x="322" y="8"/>
                  </a:cubicBezTo>
                  <a:lnTo>
                    <a:pt x="119" y="103"/>
                  </a:lnTo>
                  <a:cubicBezTo>
                    <a:pt x="36" y="127"/>
                    <a:pt x="0" y="222"/>
                    <a:pt x="24" y="306"/>
                  </a:cubicBezTo>
                  <a:cubicBezTo>
                    <a:pt x="60" y="365"/>
                    <a:pt x="96" y="413"/>
                    <a:pt x="179" y="413"/>
                  </a:cubicBezTo>
                  <a:cubicBezTo>
                    <a:pt x="191" y="413"/>
                    <a:pt x="215" y="413"/>
                    <a:pt x="227" y="401"/>
                  </a:cubicBezTo>
                  <a:lnTo>
                    <a:pt x="441" y="306"/>
                  </a:lnTo>
                  <a:cubicBezTo>
                    <a:pt x="512" y="282"/>
                    <a:pt x="560" y="187"/>
                    <a:pt x="524" y="103"/>
                  </a:cubicBezTo>
                  <a:cubicBezTo>
                    <a:pt x="505" y="37"/>
                    <a:pt x="449" y="1"/>
                    <a:pt x="3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7"/>
            <p:cNvSpPr/>
            <p:nvPr/>
          </p:nvSpPr>
          <p:spPr>
            <a:xfrm>
              <a:off x="2359254" y="1709312"/>
              <a:ext cx="17825" cy="12732"/>
            </a:xfrm>
            <a:custGeom>
              <a:avLst/>
              <a:gdLst/>
              <a:ahLst/>
              <a:cxnLst/>
              <a:rect l="l" t="t" r="r" b="b"/>
              <a:pathLst>
                <a:path w="560" h="400" extrusionOk="0">
                  <a:moveTo>
                    <a:pt x="372" y="0"/>
                  </a:moveTo>
                  <a:cubicBezTo>
                    <a:pt x="356" y="0"/>
                    <a:pt x="339" y="2"/>
                    <a:pt x="322" y="6"/>
                  </a:cubicBezTo>
                  <a:lnTo>
                    <a:pt x="119" y="102"/>
                  </a:lnTo>
                  <a:cubicBezTo>
                    <a:pt x="48" y="125"/>
                    <a:pt x="0" y="221"/>
                    <a:pt x="24" y="304"/>
                  </a:cubicBezTo>
                  <a:cubicBezTo>
                    <a:pt x="60" y="364"/>
                    <a:pt x="119" y="399"/>
                    <a:pt x="179" y="399"/>
                  </a:cubicBezTo>
                  <a:cubicBezTo>
                    <a:pt x="191" y="399"/>
                    <a:pt x="227" y="399"/>
                    <a:pt x="238" y="387"/>
                  </a:cubicBezTo>
                  <a:lnTo>
                    <a:pt x="441" y="292"/>
                  </a:lnTo>
                  <a:cubicBezTo>
                    <a:pt x="512" y="268"/>
                    <a:pt x="560" y="173"/>
                    <a:pt x="536" y="90"/>
                  </a:cubicBezTo>
                  <a:cubicBezTo>
                    <a:pt x="507" y="41"/>
                    <a:pt x="445" y="0"/>
                    <a:pt x="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Project Stages Timeline</a:t>
            </a:r>
            <a:br>
              <a:rPr lang="en-US" b="1" dirty="0"/>
            </a:br>
            <a:endParaRPr dirty="0"/>
          </a:p>
        </p:txBody>
      </p:sp>
      <p:grpSp>
        <p:nvGrpSpPr>
          <p:cNvPr id="1199" name="Google Shape;1199;p41"/>
          <p:cNvGrpSpPr/>
          <p:nvPr/>
        </p:nvGrpSpPr>
        <p:grpSpPr>
          <a:xfrm>
            <a:off x="1548300" y="1779825"/>
            <a:ext cx="4007198" cy="487906"/>
            <a:chOff x="1548300" y="1779825"/>
            <a:chExt cx="4007198" cy="487906"/>
          </a:xfrm>
        </p:grpSpPr>
        <p:sp>
          <p:nvSpPr>
            <p:cNvPr id="1200" name="Google Shape;1200;p41"/>
            <p:cNvSpPr txBox="1"/>
            <p:nvPr/>
          </p:nvSpPr>
          <p:spPr>
            <a:xfrm>
              <a:off x="1548300" y="1783231"/>
              <a:ext cx="48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2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01</a:t>
              </a:r>
              <a:endParaRPr sz="240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202" name="Google Shape;1202;p41"/>
            <p:cNvSpPr txBox="1"/>
            <p:nvPr/>
          </p:nvSpPr>
          <p:spPr>
            <a:xfrm>
              <a:off x="3785798" y="1779825"/>
              <a:ext cx="1769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Data Collection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sp>
        <p:nvSpPr>
          <p:cNvPr id="1204" name="Google Shape;1204;p41"/>
          <p:cNvSpPr/>
          <p:nvPr/>
        </p:nvSpPr>
        <p:spPr>
          <a:xfrm>
            <a:off x="3301300" y="1783231"/>
            <a:ext cx="484500" cy="48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41"/>
          <p:cNvSpPr/>
          <p:nvPr/>
        </p:nvSpPr>
        <p:spPr>
          <a:xfrm>
            <a:off x="2188150" y="1916131"/>
            <a:ext cx="219000" cy="21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1"/>
          <p:cNvSpPr/>
          <p:nvPr/>
        </p:nvSpPr>
        <p:spPr>
          <a:xfrm>
            <a:off x="2188150" y="2883537"/>
            <a:ext cx="219000" cy="21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41"/>
          <p:cNvSpPr/>
          <p:nvPr/>
        </p:nvSpPr>
        <p:spPr>
          <a:xfrm>
            <a:off x="2188150" y="3850944"/>
            <a:ext cx="219000" cy="21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41"/>
          <p:cNvSpPr/>
          <p:nvPr/>
        </p:nvSpPr>
        <p:spPr>
          <a:xfrm>
            <a:off x="3301300" y="2750637"/>
            <a:ext cx="484500" cy="48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41"/>
          <p:cNvSpPr/>
          <p:nvPr/>
        </p:nvSpPr>
        <p:spPr>
          <a:xfrm>
            <a:off x="3301300" y="3718044"/>
            <a:ext cx="484500" cy="484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10" name="Google Shape;1210;p41"/>
          <p:cNvCxnSpPr>
            <a:stCxn id="1205" idx="0"/>
          </p:cNvCxnSpPr>
          <p:nvPr/>
        </p:nvCxnSpPr>
        <p:spPr>
          <a:xfrm rot="10800000">
            <a:off x="2297650" y="1617331"/>
            <a:ext cx="0" cy="298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1" name="Google Shape;1211;p41"/>
          <p:cNvCxnSpPr>
            <a:stCxn id="1205" idx="2"/>
            <a:endCxn id="1206" idx="0"/>
          </p:cNvCxnSpPr>
          <p:nvPr/>
        </p:nvCxnSpPr>
        <p:spPr>
          <a:xfrm>
            <a:off x="2297650" y="2134831"/>
            <a:ext cx="0" cy="748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2" name="Google Shape;1212;p41"/>
          <p:cNvCxnSpPr>
            <a:stCxn id="1206" idx="2"/>
            <a:endCxn id="1207" idx="0"/>
          </p:cNvCxnSpPr>
          <p:nvPr/>
        </p:nvCxnSpPr>
        <p:spPr>
          <a:xfrm>
            <a:off x="2297650" y="3102237"/>
            <a:ext cx="0" cy="748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3" name="Google Shape;1213;p41"/>
          <p:cNvCxnSpPr/>
          <p:nvPr/>
        </p:nvCxnSpPr>
        <p:spPr>
          <a:xfrm rot="10800000">
            <a:off x="2297650" y="4069613"/>
            <a:ext cx="0" cy="2988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4" name="Google Shape;1214;p41"/>
          <p:cNvCxnSpPr>
            <a:stCxn id="1205" idx="3"/>
            <a:endCxn id="1204" idx="1"/>
          </p:cNvCxnSpPr>
          <p:nvPr/>
        </p:nvCxnSpPr>
        <p:spPr>
          <a:xfrm>
            <a:off x="2407150" y="2025481"/>
            <a:ext cx="894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5" name="Google Shape;1215;p41"/>
          <p:cNvCxnSpPr>
            <a:stCxn id="1206" idx="3"/>
            <a:endCxn id="1208" idx="1"/>
          </p:cNvCxnSpPr>
          <p:nvPr/>
        </p:nvCxnSpPr>
        <p:spPr>
          <a:xfrm>
            <a:off x="2407150" y="2992887"/>
            <a:ext cx="894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41"/>
          <p:cNvCxnSpPr>
            <a:stCxn id="1207" idx="3"/>
            <a:endCxn id="1209" idx="1"/>
          </p:cNvCxnSpPr>
          <p:nvPr/>
        </p:nvCxnSpPr>
        <p:spPr>
          <a:xfrm>
            <a:off x="2407150" y="3960294"/>
            <a:ext cx="894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17" name="Google Shape;1217;p41"/>
          <p:cNvGrpSpPr/>
          <p:nvPr/>
        </p:nvGrpSpPr>
        <p:grpSpPr>
          <a:xfrm>
            <a:off x="1548300" y="2750637"/>
            <a:ext cx="4007198" cy="487363"/>
            <a:chOff x="1548300" y="2750637"/>
            <a:chExt cx="4007198" cy="487363"/>
          </a:xfrm>
        </p:grpSpPr>
        <p:sp>
          <p:nvSpPr>
            <p:cNvPr id="1218" name="Google Shape;1218;p41"/>
            <p:cNvSpPr txBox="1"/>
            <p:nvPr/>
          </p:nvSpPr>
          <p:spPr>
            <a:xfrm>
              <a:off x="1548300" y="2750637"/>
              <a:ext cx="48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accent2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02</a:t>
              </a:r>
              <a:endParaRPr sz="240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220" name="Google Shape;1220;p41"/>
            <p:cNvSpPr txBox="1"/>
            <p:nvPr/>
          </p:nvSpPr>
          <p:spPr>
            <a:xfrm>
              <a:off x="3785798" y="2753500"/>
              <a:ext cx="1769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EDA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1222" name="Google Shape;1222;p41"/>
          <p:cNvGrpSpPr/>
          <p:nvPr/>
        </p:nvGrpSpPr>
        <p:grpSpPr>
          <a:xfrm>
            <a:off x="1548300" y="3718044"/>
            <a:ext cx="4806199" cy="486556"/>
            <a:chOff x="1548300" y="3718044"/>
            <a:chExt cx="4806199" cy="486556"/>
          </a:xfrm>
        </p:grpSpPr>
        <p:sp>
          <p:nvSpPr>
            <p:cNvPr id="1223" name="Google Shape;1223;p41"/>
            <p:cNvSpPr txBox="1"/>
            <p:nvPr/>
          </p:nvSpPr>
          <p:spPr>
            <a:xfrm>
              <a:off x="1548300" y="3718044"/>
              <a:ext cx="4845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03</a:t>
              </a:r>
              <a:endParaRPr sz="24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1225" name="Google Shape;1225;p41"/>
            <p:cNvSpPr txBox="1"/>
            <p:nvPr/>
          </p:nvSpPr>
          <p:spPr>
            <a:xfrm>
              <a:off x="3785798" y="3720100"/>
              <a:ext cx="2568701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Training &amp; Evaluation</a:t>
              </a:r>
              <a:endParaRPr sz="2000" dirty="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</p:grpSp>
      <p:grpSp>
        <p:nvGrpSpPr>
          <p:cNvPr id="1228" name="Google Shape;1228;p41"/>
          <p:cNvGrpSpPr/>
          <p:nvPr/>
        </p:nvGrpSpPr>
        <p:grpSpPr>
          <a:xfrm>
            <a:off x="3377745" y="3794456"/>
            <a:ext cx="331611" cy="331674"/>
            <a:chOff x="5774124" y="4294550"/>
            <a:chExt cx="331611" cy="331674"/>
          </a:xfrm>
        </p:grpSpPr>
        <p:sp>
          <p:nvSpPr>
            <p:cNvPr id="1229" name="Google Shape;1229;p41"/>
            <p:cNvSpPr/>
            <p:nvPr/>
          </p:nvSpPr>
          <p:spPr>
            <a:xfrm>
              <a:off x="5774124" y="4419664"/>
              <a:ext cx="331611" cy="206560"/>
            </a:xfrm>
            <a:custGeom>
              <a:avLst/>
              <a:gdLst/>
              <a:ahLst/>
              <a:cxnLst/>
              <a:rect l="l" t="t" r="r" b="b"/>
              <a:pathLst>
                <a:path w="10419" h="6490" extrusionOk="0">
                  <a:moveTo>
                    <a:pt x="2751" y="2905"/>
                  </a:moveTo>
                  <a:lnTo>
                    <a:pt x="2751" y="6191"/>
                  </a:lnTo>
                  <a:lnTo>
                    <a:pt x="1429" y="6191"/>
                  </a:lnTo>
                  <a:lnTo>
                    <a:pt x="1429" y="2905"/>
                  </a:lnTo>
                  <a:close/>
                  <a:moveTo>
                    <a:pt x="5847" y="2084"/>
                  </a:moveTo>
                  <a:lnTo>
                    <a:pt x="5847" y="6191"/>
                  </a:lnTo>
                  <a:lnTo>
                    <a:pt x="4525" y="6191"/>
                  </a:lnTo>
                  <a:lnTo>
                    <a:pt x="4525" y="2084"/>
                  </a:lnTo>
                  <a:close/>
                  <a:moveTo>
                    <a:pt x="8942" y="298"/>
                  </a:moveTo>
                  <a:lnTo>
                    <a:pt x="8942" y="6191"/>
                  </a:lnTo>
                  <a:lnTo>
                    <a:pt x="7609" y="6191"/>
                  </a:lnTo>
                  <a:lnTo>
                    <a:pt x="7609" y="298"/>
                  </a:lnTo>
                  <a:close/>
                  <a:moveTo>
                    <a:pt x="7466" y="0"/>
                  </a:moveTo>
                  <a:cubicBezTo>
                    <a:pt x="7383" y="0"/>
                    <a:pt x="7323" y="72"/>
                    <a:pt x="7323" y="155"/>
                  </a:cubicBezTo>
                  <a:lnTo>
                    <a:pt x="7323" y="6191"/>
                  </a:lnTo>
                  <a:lnTo>
                    <a:pt x="6156" y="6191"/>
                  </a:lnTo>
                  <a:lnTo>
                    <a:pt x="6156" y="1941"/>
                  </a:lnTo>
                  <a:cubicBezTo>
                    <a:pt x="6156" y="1846"/>
                    <a:pt x="6085" y="1786"/>
                    <a:pt x="6013" y="1786"/>
                  </a:cubicBezTo>
                  <a:lnTo>
                    <a:pt x="4370" y="1786"/>
                  </a:lnTo>
                  <a:cubicBezTo>
                    <a:pt x="4287" y="1786"/>
                    <a:pt x="4227" y="1858"/>
                    <a:pt x="4227" y="1941"/>
                  </a:cubicBezTo>
                  <a:lnTo>
                    <a:pt x="4227" y="6191"/>
                  </a:lnTo>
                  <a:lnTo>
                    <a:pt x="3061" y="6191"/>
                  </a:lnTo>
                  <a:lnTo>
                    <a:pt x="3061" y="2751"/>
                  </a:lnTo>
                  <a:cubicBezTo>
                    <a:pt x="3061" y="2667"/>
                    <a:pt x="2989" y="2608"/>
                    <a:pt x="2918" y="2608"/>
                  </a:cubicBezTo>
                  <a:lnTo>
                    <a:pt x="1275" y="2608"/>
                  </a:lnTo>
                  <a:cubicBezTo>
                    <a:pt x="1191" y="2608"/>
                    <a:pt x="1132" y="2679"/>
                    <a:pt x="1132" y="2751"/>
                  </a:cubicBezTo>
                  <a:lnTo>
                    <a:pt x="1132" y="6191"/>
                  </a:lnTo>
                  <a:lnTo>
                    <a:pt x="144" y="6191"/>
                  </a:lnTo>
                  <a:cubicBezTo>
                    <a:pt x="60" y="6191"/>
                    <a:pt x="1" y="6263"/>
                    <a:pt x="1" y="6346"/>
                  </a:cubicBezTo>
                  <a:cubicBezTo>
                    <a:pt x="1" y="6430"/>
                    <a:pt x="72" y="6489"/>
                    <a:pt x="144" y="6489"/>
                  </a:cubicBezTo>
                  <a:lnTo>
                    <a:pt x="10264" y="6489"/>
                  </a:lnTo>
                  <a:cubicBezTo>
                    <a:pt x="10359" y="6489"/>
                    <a:pt x="10419" y="6418"/>
                    <a:pt x="10419" y="6346"/>
                  </a:cubicBezTo>
                  <a:cubicBezTo>
                    <a:pt x="10395" y="6251"/>
                    <a:pt x="10323" y="6191"/>
                    <a:pt x="10240" y="6191"/>
                  </a:cubicBezTo>
                  <a:lnTo>
                    <a:pt x="9252" y="6191"/>
                  </a:lnTo>
                  <a:lnTo>
                    <a:pt x="9252" y="155"/>
                  </a:lnTo>
                  <a:cubicBezTo>
                    <a:pt x="9252" y="60"/>
                    <a:pt x="9180" y="0"/>
                    <a:pt x="9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1"/>
            <p:cNvSpPr/>
            <p:nvPr/>
          </p:nvSpPr>
          <p:spPr>
            <a:xfrm>
              <a:off x="5778294" y="4294550"/>
              <a:ext cx="316461" cy="191442"/>
            </a:xfrm>
            <a:custGeom>
              <a:avLst/>
              <a:gdLst/>
              <a:ahLst/>
              <a:cxnLst/>
              <a:rect l="l" t="t" r="r" b="b"/>
              <a:pathLst>
                <a:path w="9943" h="6015" extrusionOk="0">
                  <a:moveTo>
                    <a:pt x="9447" y="0"/>
                  </a:moveTo>
                  <a:cubicBezTo>
                    <a:pt x="9433" y="0"/>
                    <a:pt x="9420" y="1"/>
                    <a:pt x="9407" y="2"/>
                  </a:cubicBezTo>
                  <a:lnTo>
                    <a:pt x="8097" y="169"/>
                  </a:lnTo>
                  <a:cubicBezTo>
                    <a:pt x="7847" y="193"/>
                    <a:pt x="7644" y="455"/>
                    <a:pt x="7680" y="705"/>
                  </a:cubicBezTo>
                  <a:cubicBezTo>
                    <a:pt x="7703" y="951"/>
                    <a:pt x="7914" y="1123"/>
                    <a:pt x="8167" y="1123"/>
                  </a:cubicBezTo>
                  <a:cubicBezTo>
                    <a:pt x="8183" y="1123"/>
                    <a:pt x="8200" y="1123"/>
                    <a:pt x="8216" y="1121"/>
                  </a:cubicBezTo>
                  <a:lnTo>
                    <a:pt x="8323" y="1109"/>
                  </a:lnTo>
                  <a:lnTo>
                    <a:pt x="8323" y="1109"/>
                  </a:lnTo>
                  <a:cubicBezTo>
                    <a:pt x="6716" y="2967"/>
                    <a:pt x="4811" y="3919"/>
                    <a:pt x="3465" y="4407"/>
                  </a:cubicBezTo>
                  <a:cubicBezTo>
                    <a:pt x="1787" y="5003"/>
                    <a:pt x="477" y="5062"/>
                    <a:pt x="477" y="5062"/>
                  </a:cubicBezTo>
                  <a:cubicBezTo>
                    <a:pt x="203" y="5074"/>
                    <a:pt x="1" y="5288"/>
                    <a:pt x="13" y="5550"/>
                  </a:cubicBezTo>
                  <a:cubicBezTo>
                    <a:pt x="24" y="5824"/>
                    <a:pt x="239" y="6015"/>
                    <a:pt x="489" y="6015"/>
                  </a:cubicBezTo>
                  <a:lnTo>
                    <a:pt x="501" y="6015"/>
                  </a:lnTo>
                  <a:cubicBezTo>
                    <a:pt x="560" y="6015"/>
                    <a:pt x="1953" y="5967"/>
                    <a:pt x="3775" y="5312"/>
                  </a:cubicBezTo>
                  <a:cubicBezTo>
                    <a:pt x="4811" y="4943"/>
                    <a:pt x="5775" y="4467"/>
                    <a:pt x="6656" y="3872"/>
                  </a:cubicBezTo>
                  <a:cubicBezTo>
                    <a:pt x="6728" y="3824"/>
                    <a:pt x="6740" y="3729"/>
                    <a:pt x="6692" y="3669"/>
                  </a:cubicBezTo>
                  <a:cubicBezTo>
                    <a:pt x="6670" y="3618"/>
                    <a:pt x="6621" y="3594"/>
                    <a:pt x="6573" y="3594"/>
                  </a:cubicBezTo>
                  <a:cubicBezTo>
                    <a:pt x="6542" y="3594"/>
                    <a:pt x="6512" y="3603"/>
                    <a:pt x="6490" y="3622"/>
                  </a:cubicBezTo>
                  <a:cubicBezTo>
                    <a:pt x="5620" y="4205"/>
                    <a:pt x="4692" y="4681"/>
                    <a:pt x="3692" y="5038"/>
                  </a:cubicBezTo>
                  <a:cubicBezTo>
                    <a:pt x="1906" y="5669"/>
                    <a:pt x="560" y="5717"/>
                    <a:pt x="525" y="5717"/>
                  </a:cubicBezTo>
                  <a:cubicBezTo>
                    <a:pt x="429" y="5717"/>
                    <a:pt x="358" y="5646"/>
                    <a:pt x="346" y="5550"/>
                  </a:cubicBezTo>
                  <a:cubicBezTo>
                    <a:pt x="346" y="5467"/>
                    <a:pt x="417" y="5372"/>
                    <a:pt x="501" y="5372"/>
                  </a:cubicBezTo>
                  <a:cubicBezTo>
                    <a:pt x="525" y="5372"/>
                    <a:pt x="1858" y="5336"/>
                    <a:pt x="3596" y="4705"/>
                  </a:cubicBezTo>
                  <a:cubicBezTo>
                    <a:pt x="5061" y="4181"/>
                    <a:pt x="7144" y="3133"/>
                    <a:pt x="8835" y="1014"/>
                  </a:cubicBezTo>
                  <a:cubicBezTo>
                    <a:pt x="8927" y="911"/>
                    <a:pt x="8842" y="763"/>
                    <a:pt x="8718" y="763"/>
                  </a:cubicBezTo>
                  <a:cubicBezTo>
                    <a:pt x="8714" y="763"/>
                    <a:pt x="8709" y="764"/>
                    <a:pt x="8704" y="764"/>
                  </a:cubicBezTo>
                  <a:lnTo>
                    <a:pt x="8216" y="824"/>
                  </a:lnTo>
                  <a:cubicBezTo>
                    <a:pt x="8208" y="825"/>
                    <a:pt x="8200" y="825"/>
                    <a:pt x="8192" y="825"/>
                  </a:cubicBezTo>
                  <a:cubicBezTo>
                    <a:pt x="8109" y="825"/>
                    <a:pt x="8047" y="769"/>
                    <a:pt x="8025" y="693"/>
                  </a:cubicBezTo>
                  <a:cubicBezTo>
                    <a:pt x="7990" y="586"/>
                    <a:pt x="8061" y="478"/>
                    <a:pt x="8168" y="478"/>
                  </a:cubicBezTo>
                  <a:lnTo>
                    <a:pt x="9478" y="312"/>
                  </a:lnTo>
                  <a:cubicBezTo>
                    <a:pt x="9484" y="311"/>
                    <a:pt x="9490" y="311"/>
                    <a:pt x="9496" y="311"/>
                  </a:cubicBezTo>
                  <a:cubicBezTo>
                    <a:pt x="9594" y="311"/>
                    <a:pt x="9669" y="400"/>
                    <a:pt x="9669" y="490"/>
                  </a:cubicBezTo>
                  <a:lnTo>
                    <a:pt x="9669" y="1800"/>
                  </a:lnTo>
                  <a:cubicBezTo>
                    <a:pt x="9669" y="1895"/>
                    <a:pt x="9597" y="1979"/>
                    <a:pt x="9490" y="1979"/>
                  </a:cubicBezTo>
                  <a:cubicBezTo>
                    <a:pt x="9407" y="1979"/>
                    <a:pt x="9311" y="1907"/>
                    <a:pt x="9311" y="1800"/>
                  </a:cubicBezTo>
                  <a:lnTo>
                    <a:pt x="9311" y="1407"/>
                  </a:lnTo>
                  <a:cubicBezTo>
                    <a:pt x="9311" y="1348"/>
                    <a:pt x="9264" y="1288"/>
                    <a:pt x="9204" y="1252"/>
                  </a:cubicBezTo>
                  <a:cubicBezTo>
                    <a:pt x="9187" y="1242"/>
                    <a:pt x="9169" y="1238"/>
                    <a:pt x="9152" y="1238"/>
                  </a:cubicBezTo>
                  <a:cubicBezTo>
                    <a:pt x="9106" y="1238"/>
                    <a:pt x="9060" y="1266"/>
                    <a:pt x="9026" y="1300"/>
                  </a:cubicBezTo>
                  <a:cubicBezTo>
                    <a:pt x="8466" y="2002"/>
                    <a:pt x="7811" y="2633"/>
                    <a:pt x="7097" y="3193"/>
                  </a:cubicBezTo>
                  <a:cubicBezTo>
                    <a:pt x="7037" y="3229"/>
                    <a:pt x="7025" y="3336"/>
                    <a:pt x="7061" y="3395"/>
                  </a:cubicBezTo>
                  <a:cubicBezTo>
                    <a:pt x="7091" y="3433"/>
                    <a:pt x="7144" y="3451"/>
                    <a:pt x="7194" y="3451"/>
                  </a:cubicBezTo>
                  <a:cubicBezTo>
                    <a:pt x="7224" y="3451"/>
                    <a:pt x="7253" y="3445"/>
                    <a:pt x="7275" y="3431"/>
                  </a:cubicBezTo>
                  <a:cubicBezTo>
                    <a:pt x="7895" y="2943"/>
                    <a:pt x="8466" y="2419"/>
                    <a:pt x="8990" y="1824"/>
                  </a:cubicBezTo>
                  <a:cubicBezTo>
                    <a:pt x="9002" y="2074"/>
                    <a:pt x="9204" y="2276"/>
                    <a:pt x="9466" y="2276"/>
                  </a:cubicBezTo>
                  <a:cubicBezTo>
                    <a:pt x="9728" y="2276"/>
                    <a:pt x="9942" y="2074"/>
                    <a:pt x="9942" y="1800"/>
                  </a:cubicBezTo>
                  <a:lnTo>
                    <a:pt x="9942" y="478"/>
                  </a:lnTo>
                  <a:cubicBezTo>
                    <a:pt x="9942" y="347"/>
                    <a:pt x="9883" y="216"/>
                    <a:pt x="9776" y="121"/>
                  </a:cubicBezTo>
                  <a:cubicBezTo>
                    <a:pt x="9679" y="46"/>
                    <a:pt x="9564" y="0"/>
                    <a:pt x="9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1" name="Google Shape;1231;p41"/>
          <p:cNvSpPr/>
          <p:nvPr/>
        </p:nvSpPr>
        <p:spPr>
          <a:xfrm>
            <a:off x="3368276" y="1850207"/>
            <a:ext cx="350548" cy="350548"/>
          </a:xfrm>
          <a:custGeom>
            <a:avLst/>
            <a:gdLst/>
            <a:ahLst/>
            <a:cxnLst/>
            <a:rect l="l" t="t" r="r" b="b"/>
            <a:pathLst>
              <a:path w="11014" h="11014" extrusionOk="0">
                <a:moveTo>
                  <a:pt x="3739" y="358"/>
                </a:moveTo>
                <a:cubicBezTo>
                  <a:pt x="4048" y="358"/>
                  <a:pt x="4298" y="608"/>
                  <a:pt x="4298" y="917"/>
                </a:cubicBezTo>
                <a:cubicBezTo>
                  <a:pt x="4298" y="1131"/>
                  <a:pt x="4203" y="1310"/>
                  <a:pt x="4024" y="1405"/>
                </a:cubicBezTo>
                <a:cubicBezTo>
                  <a:pt x="3953" y="1441"/>
                  <a:pt x="3929" y="1501"/>
                  <a:pt x="3929" y="1560"/>
                </a:cubicBezTo>
                <a:lnTo>
                  <a:pt x="3929" y="1965"/>
                </a:lnTo>
                <a:cubicBezTo>
                  <a:pt x="3929" y="2048"/>
                  <a:pt x="4001" y="2143"/>
                  <a:pt x="4108" y="2143"/>
                </a:cubicBezTo>
                <a:lnTo>
                  <a:pt x="5334" y="2143"/>
                </a:lnTo>
                <a:lnTo>
                  <a:pt x="5334" y="3358"/>
                </a:lnTo>
                <a:cubicBezTo>
                  <a:pt x="5334" y="3453"/>
                  <a:pt x="5406" y="3536"/>
                  <a:pt x="5513" y="3536"/>
                </a:cubicBezTo>
                <a:lnTo>
                  <a:pt x="5906" y="3536"/>
                </a:lnTo>
                <a:cubicBezTo>
                  <a:pt x="5965" y="3536"/>
                  <a:pt x="6025" y="3513"/>
                  <a:pt x="6060" y="3453"/>
                </a:cubicBezTo>
                <a:cubicBezTo>
                  <a:pt x="6168" y="3275"/>
                  <a:pt x="6358" y="3167"/>
                  <a:pt x="6549" y="3167"/>
                </a:cubicBezTo>
                <a:cubicBezTo>
                  <a:pt x="6858" y="3167"/>
                  <a:pt x="7120" y="3417"/>
                  <a:pt x="7120" y="3727"/>
                </a:cubicBezTo>
                <a:cubicBezTo>
                  <a:pt x="7120" y="4048"/>
                  <a:pt x="6858" y="4298"/>
                  <a:pt x="6549" y="4298"/>
                </a:cubicBezTo>
                <a:cubicBezTo>
                  <a:pt x="6346" y="4298"/>
                  <a:pt x="6168" y="4191"/>
                  <a:pt x="6060" y="4013"/>
                </a:cubicBezTo>
                <a:cubicBezTo>
                  <a:pt x="6025" y="3953"/>
                  <a:pt x="5965" y="3929"/>
                  <a:pt x="5906" y="3929"/>
                </a:cubicBezTo>
                <a:lnTo>
                  <a:pt x="5513" y="3929"/>
                </a:lnTo>
                <a:cubicBezTo>
                  <a:pt x="5417" y="3929"/>
                  <a:pt x="5334" y="4001"/>
                  <a:pt x="5334" y="4108"/>
                </a:cubicBezTo>
                <a:lnTo>
                  <a:pt x="5334" y="5322"/>
                </a:lnTo>
                <a:lnTo>
                  <a:pt x="4286" y="5322"/>
                </a:lnTo>
                <a:lnTo>
                  <a:pt x="4286" y="5191"/>
                </a:lnTo>
                <a:cubicBezTo>
                  <a:pt x="4513" y="5013"/>
                  <a:pt x="4655" y="4739"/>
                  <a:pt x="4655" y="4465"/>
                </a:cubicBezTo>
                <a:cubicBezTo>
                  <a:pt x="4655" y="3953"/>
                  <a:pt x="4239" y="3536"/>
                  <a:pt x="3739" y="3536"/>
                </a:cubicBezTo>
                <a:cubicBezTo>
                  <a:pt x="3227" y="3536"/>
                  <a:pt x="2810" y="3953"/>
                  <a:pt x="2810" y="4465"/>
                </a:cubicBezTo>
                <a:cubicBezTo>
                  <a:pt x="2810" y="4739"/>
                  <a:pt x="2953" y="5025"/>
                  <a:pt x="3191" y="5191"/>
                </a:cubicBezTo>
                <a:lnTo>
                  <a:pt x="3191" y="5322"/>
                </a:lnTo>
                <a:lnTo>
                  <a:pt x="2143" y="5322"/>
                </a:lnTo>
                <a:lnTo>
                  <a:pt x="2143" y="2143"/>
                </a:lnTo>
                <a:lnTo>
                  <a:pt x="3370" y="2143"/>
                </a:lnTo>
                <a:cubicBezTo>
                  <a:pt x="3453" y="2143"/>
                  <a:pt x="3548" y="2060"/>
                  <a:pt x="3548" y="1965"/>
                </a:cubicBezTo>
                <a:lnTo>
                  <a:pt x="3548" y="1560"/>
                </a:lnTo>
                <a:cubicBezTo>
                  <a:pt x="3548" y="1501"/>
                  <a:pt x="3512" y="1441"/>
                  <a:pt x="3453" y="1405"/>
                </a:cubicBezTo>
                <a:cubicBezTo>
                  <a:pt x="3274" y="1298"/>
                  <a:pt x="3167" y="1108"/>
                  <a:pt x="3167" y="917"/>
                </a:cubicBezTo>
                <a:cubicBezTo>
                  <a:pt x="3167" y="608"/>
                  <a:pt x="3429" y="358"/>
                  <a:pt x="3739" y="358"/>
                </a:cubicBezTo>
                <a:close/>
                <a:moveTo>
                  <a:pt x="8870" y="5644"/>
                </a:moveTo>
                <a:lnTo>
                  <a:pt x="8870" y="7632"/>
                </a:lnTo>
                <a:lnTo>
                  <a:pt x="8870" y="7858"/>
                </a:lnTo>
                <a:lnTo>
                  <a:pt x="8870" y="8870"/>
                </a:lnTo>
                <a:lnTo>
                  <a:pt x="7656" y="8870"/>
                </a:lnTo>
                <a:cubicBezTo>
                  <a:pt x="7561" y="8870"/>
                  <a:pt x="7477" y="8942"/>
                  <a:pt x="7477" y="9049"/>
                </a:cubicBezTo>
                <a:lnTo>
                  <a:pt x="7477" y="9442"/>
                </a:lnTo>
                <a:cubicBezTo>
                  <a:pt x="7477" y="9502"/>
                  <a:pt x="7501" y="9561"/>
                  <a:pt x="7561" y="9597"/>
                </a:cubicBezTo>
                <a:cubicBezTo>
                  <a:pt x="7739" y="9704"/>
                  <a:pt x="7846" y="9894"/>
                  <a:pt x="7846" y="10085"/>
                </a:cubicBezTo>
                <a:cubicBezTo>
                  <a:pt x="7846" y="10394"/>
                  <a:pt x="7596" y="10656"/>
                  <a:pt x="7275" y="10656"/>
                </a:cubicBezTo>
                <a:cubicBezTo>
                  <a:pt x="6965" y="10656"/>
                  <a:pt x="6715" y="10394"/>
                  <a:pt x="6715" y="10085"/>
                </a:cubicBezTo>
                <a:cubicBezTo>
                  <a:pt x="6715" y="9883"/>
                  <a:pt x="6822" y="9704"/>
                  <a:pt x="7001" y="9597"/>
                </a:cubicBezTo>
                <a:cubicBezTo>
                  <a:pt x="7061" y="9561"/>
                  <a:pt x="7084" y="9502"/>
                  <a:pt x="7084" y="9442"/>
                </a:cubicBezTo>
                <a:lnTo>
                  <a:pt x="7084" y="9049"/>
                </a:lnTo>
                <a:cubicBezTo>
                  <a:pt x="7084" y="8954"/>
                  <a:pt x="7013" y="8870"/>
                  <a:pt x="6906" y="8870"/>
                </a:cubicBezTo>
                <a:lnTo>
                  <a:pt x="5691" y="8870"/>
                </a:lnTo>
                <a:lnTo>
                  <a:pt x="5691" y="7644"/>
                </a:lnTo>
                <a:cubicBezTo>
                  <a:pt x="5691" y="7549"/>
                  <a:pt x="5608" y="7466"/>
                  <a:pt x="5513" y="7466"/>
                </a:cubicBezTo>
                <a:lnTo>
                  <a:pt x="5108" y="7466"/>
                </a:lnTo>
                <a:cubicBezTo>
                  <a:pt x="5048" y="7466"/>
                  <a:pt x="4989" y="7489"/>
                  <a:pt x="4953" y="7549"/>
                </a:cubicBezTo>
                <a:cubicBezTo>
                  <a:pt x="4846" y="7739"/>
                  <a:pt x="4655" y="7835"/>
                  <a:pt x="4465" y="7835"/>
                </a:cubicBezTo>
                <a:cubicBezTo>
                  <a:pt x="4155" y="7835"/>
                  <a:pt x="3905" y="7585"/>
                  <a:pt x="3905" y="7251"/>
                </a:cubicBezTo>
                <a:cubicBezTo>
                  <a:pt x="3905" y="6942"/>
                  <a:pt x="4155" y="6680"/>
                  <a:pt x="4465" y="6680"/>
                </a:cubicBezTo>
                <a:cubicBezTo>
                  <a:pt x="4679" y="6680"/>
                  <a:pt x="4846" y="6787"/>
                  <a:pt x="4953" y="6954"/>
                </a:cubicBezTo>
                <a:cubicBezTo>
                  <a:pt x="4989" y="7013"/>
                  <a:pt x="5048" y="7049"/>
                  <a:pt x="5108" y="7049"/>
                </a:cubicBezTo>
                <a:lnTo>
                  <a:pt x="5513" y="7049"/>
                </a:lnTo>
                <a:cubicBezTo>
                  <a:pt x="5596" y="7049"/>
                  <a:pt x="5691" y="6977"/>
                  <a:pt x="5691" y="6870"/>
                </a:cubicBezTo>
                <a:lnTo>
                  <a:pt x="5691" y="5644"/>
                </a:lnTo>
                <a:lnTo>
                  <a:pt x="6727" y="5644"/>
                </a:lnTo>
                <a:lnTo>
                  <a:pt x="6727" y="5787"/>
                </a:lnTo>
                <a:cubicBezTo>
                  <a:pt x="6501" y="5965"/>
                  <a:pt x="6358" y="6227"/>
                  <a:pt x="6358" y="6513"/>
                </a:cubicBezTo>
                <a:cubicBezTo>
                  <a:pt x="6358" y="7013"/>
                  <a:pt x="6775" y="7430"/>
                  <a:pt x="7275" y="7430"/>
                </a:cubicBezTo>
                <a:cubicBezTo>
                  <a:pt x="7787" y="7430"/>
                  <a:pt x="8204" y="7013"/>
                  <a:pt x="8204" y="6513"/>
                </a:cubicBezTo>
                <a:cubicBezTo>
                  <a:pt x="8204" y="6227"/>
                  <a:pt x="8073" y="5942"/>
                  <a:pt x="7834" y="5787"/>
                </a:cubicBezTo>
                <a:lnTo>
                  <a:pt x="7834" y="5644"/>
                </a:lnTo>
                <a:close/>
                <a:moveTo>
                  <a:pt x="3739" y="0"/>
                </a:moveTo>
                <a:cubicBezTo>
                  <a:pt x="3227" y="0"/>
                  <a:pt x="2810" y="405"/>
                  <a:pt x="2810" y="917"/>
                </a:cubicBezTo>
                <a:cubicBezTo>
                  <a:pt x="2810" y="1203"/>
                  <a:pt x="2941" y="1489"/>
                  <a:pt x="3179" y="1643"/>
                </a:cubicBezTo>
                <a:lnTo>
                  <a:pt x="3179" y="1786"/>
                </a:lnTo>
                <a:lnTo>
                  <a:pt x="1965" y="1786"/>
                </a:lnTo>
                <a:cubicBezTo>
                  <a:pt x="1869" y="1786"/>
                  <a:pt x="1786" y="1858"/>
                  <a:pt x="1786" y="1965"/>
                </a:cubicBezTo>
                <a:lnTo>
                  <a:pt x="1786" y="5501"/>
                </a:lnTo>
                <a:lnTo>
                  <a:pt x="1786" y="6727"/>
                </a:lnTo>
                <a:lnTo>
                  <a:pt x="1655" y="6727"/>
                </a:lnTo>
                <a:cubicBezTo>
                  <a:pt x="1476" y="6501"/>
                  <a:pt x="1203" y="6346"/>
                  <a:pt x="917" y="6346"/>
                </a:cubicBezTo>
                <a:cubicBezTo>
                  <a:pt x="417" y="6346"/>
                  <a:pt x="0" y="6763"/>
                  <a:pt x="0" y="7275"/>
                </a:cubicBezTo>
                <a:cubicBezTo>
                  <a:pt x="0" y="7775"/>
                  <a:pt x="417" y="8192"/>
                  <a:pt x="917" y="8192"/>
                </a:cubicBezTo>
                <a:cubicBezTo>
                  <a:pt x="1203" y="8192"/>
                  <a:pt x="1488" y="8061"/>
                  <a:pt x="1655" y="7823"/>
                </a:cubicBezTo>
                <a:lnTo>
                  <a:pt x="1786" y="7823"/>
                </a:lnTo>
                <a:lnTo>
                  <a:pt x="1786" y="9049"/>
                </a:lnTo>
                <a:cubicBezTo>
                  <a:pt x="1786" y="9132"/>
                  <a:pt x="1857" y="9228"/>
                  <a:pt x="1965" y="9228"/>
                </a:cubicBezTo>
                <a:lnTo>
                  <a:pt x="2584" y="9228"/>
                </a:lnTo>
                <a:cubicBezTo>
                  <a:pt x="2679" y="9228"/>
                  <a:pt x="2762" y="9144"/>
                  <a:pt x="2762" y="9049"/>
                </a:cubicBezTo>
                <a:cubicBezTo>
                  <a:pt x="2762" y="8942"/>
                  <a:pt x="2691" y="8870"/>
                  <a:pt x="2584" y="8870"/>
                </a:cubicBezTo>
                <a:lnTo>
                  <a:pt x="2143" y="8870"/>
                </a:lnTo>
                <a:lnTo>
                  <a:pt x="2143" y="7644"/>
                </a:lnTo>
                <a:cubicBezTo>
                  <a:pt x="2143" y="7561"/>
                  <a:pt x="2072" y="7466"/>
                  <a:pt x="1965" y="7466"/>
                </a:cubicBezTo>
                <a:lnTo>
                  <a:pt x="1560" y="7466"/>
                </a:lnTo>
                <a:cubicBezTo>
                  <a:pt x="1500" y="7466"/>
                  <a:pt x="1441" y="7501"/>
                  <a:pt x="1417" y="7561"/>
                </a:cubicBezTo>
                <a:cubicBezTo>
                  <a:pt x="1310" y="7739"/>
                  <a:pt x="1119" y="7835"/>
                  <a:pt x="917" y="7835"/>
                </a:cubicBezTo>
                <a:cubicBezTo>
                  <a:pt x="607" y="7835"/>
                  <a:pt x="357" y="7585"/>
                  <a:pt x="357" y="7275"/>
                </a:cubicBezTo>
                <a:cubicBezTo>
                  <a:pt x="357" y="6965"/>
                  <a:pt x="607" y="6704"/>
                  <a:pt x="917" y="6704"/>
                </a:cubicBezTo>
                <a:cubicBezTo>
                  <a:pt x="1131" y="6704"/>
                  <a:pt x="1310" y="6811"/>
                  <a:pt x="1417" y="6989"/>
                </a:cubicBezTo>
                <a:cubicBezTo>
                  <a:pt x="1441" y="7049"/>
                  <a:pt x="1500" y="7085"/>
                  <a:pt x="1560" y="7085"/>
                </a:cubicBezTo>
                <a:lnTo>
                  <a:pt x="1965" y="7085"/>
                </a:lnTo>
                <a:cubicBezTo>
                  <a:pt x="2048" y="7085"/>
                  <a:pt x="2143" y="7001"/>
                  <a:pt x="2143" y="6906"/>
                </a:cubicBezTo>
                <a:lnTo>
                  <a:pt x="2143" y="5680"/>
                </a:lnTo>
                <a:lnTo>
                  <a:pt x="3358" y="5680"/>
                </a:lnTo>
                <a:cubicBezTo>
                  <a:pt x="3453" y="5680"/>
                  <a:pt x="3536" y="5608"/>
                  <a:pt x="3536" y="5501"/>
                </a:cubicBezTo>
                <a:lnTo>
                  <a:pt x="3536" y="5096"/>
                </a:lnTo>
                <a:cubicBezTo>
                  <a:pt x="3536" y="5037"/>
                  <a:pt x="3512" y="4977"/>
                  <a:pt x="3453" y="4953"/>
                </a:cubicBezTo>
                <a:cubicBezTo>
                  <a:pt x="3274" y="4846"/>
                  <a:pt x="3167" y="4656"/>
                  <a:pt x="3167" y="4465"/>
                </a:cubicBezTo>
                <a:cubicBezTo>
                  <a:pt x="3167" y="4144"/>
                  <a:pt x="3417" y="3894"/>
                  <a:pt x="3739" y="3894"/>
                </a:cubicBezTo>
                <a:cubicBezTo>
                  <a:pt x="4048" y="3894"/>
                  <a:pt x="4298" y="4144"/>
                  <a:pt x="4298" y="4465"/>
                </a:cubicBezTo>
                <a:cubicBezTo>
                  <a:pt x="4298" y="4668"/>
                  <a:pt x="4191" y="4846"/>
                  <a:pt x="4013" y="4953"/>
                </a:cubicBezTo>
                <a:cubicBezTo>
                  <a:pt x="3953" y="4977"/>
                  <a:pt x="3929" y="5037"/>
                  <a:pt x="3929" y="5096"/>
                </a:cubicBezTo>
                <a:lnTo>
                  <a:pt x="3929" y="5501"/>
                </a:lnTo>
                <a:cubicBezTo>
                  <a:pt x="3929" y="5596"/>
                  <a:pt x="4001" y="5680"/>
                  <a:pt x="4108" y="5680"/>
                </a:cubicBezTo>
                <a:lnTo>
                  <a:pt x="5322" y="5680"/>
                </a:lnTo>
                <a:lnTo>
                  <a:pt x="5322" y="6727"/>
                </a:lnTo>
                <a:lnTo>
                  <a:pt x="5191" y="6727"/>
                </a:lnTo>
                <a:cubicBezTo>
                  <a:pt x="5013" y="6501"/>
                  <a:pt x="4751" y="6346"/>
                  <a:pt x="4465" y="6346"/>
                </a:cubicBezTo>
                <a:cubicBezTo>
                  <a:pt x="3953" y="6346"/>
                  <a:pt x="3536" y="6763"/>
                  <a:pt x="3536" y="7275"/>
                </a:cubicBezTo>
                <a:cubicBezTo>
                  <a:pt x="3536" y="7775"/>
                  <a:pt x="3953" y="8192"/>
                  <a:pt x="4465" y="8192"/>
                </a:cubicBezTo>
                <a:cubicBezTo>
                  <a:pt x="4751" y="8192"/>
                  <a:pt x="5025" y="8061"/>
                  <a:pt x="5191" y="7823"/>
                </a:cubicBezTo>
                <a:lnTo>
                  <a:pt x="5322" y="7823"/>
                </a:lnTo>
                <a:lnTo>
                  <a:pt x="5322" y="8870"/>
                </a:lnTo>
                <a:lnTo>
                  <a:pt x="3120" y="8870"/>
                </a:lnTo>
                <a:cubicBezTo>
                  <a:pt x="3036" y="8870"/>
                  <a:pt x="2941" y="8942"/>
                  <a:pt x="2941" y="9049"/>
                </a:cubicBezTo>
                <a:cubicBezTo>
                  <a:pt x="2941" y="9144"/>
                  <a:pt x="3024" y="9228"/>
                  <a:pt x="3120" y="9228"/>
                </a:cubicBezTo>
                <a:lnTo>
                  <a:pt x="6727" y="9228"/>
                </a:lnTo>
                <a:lnTo>
                  <a:pt x="6727" y="9359"/>
                </a:lnTo>
                <a:cubicBezTo>
                  <a:pt x="6501" y="9537"/>
                  <a:pt x="6358" y="9799"/>
                  <a:pt x="6358" y="10085"/>
                </a:cubicBezTo>
                <a:cubicBezTo>
                  <a:pt x="6358" y="10597"/>
                  <a:pt x="6775" y="11014"/>
                  <a:pt x="7275" y="11014"/>
                </a:cubicBezTo>
                <a:cubicBezTo>
                  <a:pt x="7787" y="11014"/>
                  <a:pt x="8204" y="10597"/>
                  <a:pt x="8204" y="10085"/>
                </a:cubicBezTo>
                <a:cubicBezTo>
                  <a:pt x="8204" y="9799"/>
                  <a:pt x="8061" y="9525"/>
                  <a:pt x="7823" y="9359"/>
                </a:cubicBezTo>
                <a:lnTo>
                  <a:pt x="7823" y="9228"/>
                </a:lnTo>
                <a:lnTo>
                  <a:pt x="9049" y="9228"/>
                </a:lnTo>
                <a:cubicBezTo>
                  <a:pt x="9132" y="9228"/>
                  <a:pt x="9227" y="9144"/>
                  <a:pt x="9227" y="9049"/>
                </a:cubicBezTo>
                <a:lnTo>
                  <a:pt x="9227" y="7858"/>
                </a:lnTo>
                <a:lnTo>
                  <a:pt x="9227" y="7632"/>
                </a:lnTo>
                <a:lnTo>
                  <a:pt x="9227" y="5501"/>
                </a:lnTo>
                <a:lnTo>
                  <a:pt x="9227" y="4287"/>
                </a:lnTo>
                <a:lnTo>
                  <a:pt x="9358" y="4287"/>
                </a:lnTo>
                <a:cubicBezTo>
                  <a:pt x="9537" y="4501"/>
                  <a:pt x="9811" y="4656"/>
                  <a:pt x="10097" y="4656"/>
                </a:cubicBezTo>
                <a:cubicBezTo>
                  <a:pt x="10597" y="4656"/>
                  <a:pt x="11013" y="4239"/>
                  <a:pt x="11013" y="3727"/>
                </a:cubicBezTo>
                <a:cubicBezTo>
                  <a:pt x="11013" y="3227"/>
                  <a:pt x="10597" y="2810"/>
                  <a:pt x="10097" y="2810"/>
                </a:cubicBezTo>
                <a:cubicBezTo>
                  <a:pt x="9811" y="2810"/>
                  <a:pt x="9525" y="2941"/>
                  <a:pt x="9358" y="3179"/>
                </a:cubicBezTo>
                <a:lnTo>
                  <a:pt x="9227" y="3179"/>
                </a:lnTo>
                <a:lnTo>
                  <a:pt x="9227" y="1965"/>
                </a:lnTo>
                <a:cubicBezTo>
                  <a:pt x="9227" y="1870"/>
                  <a:pt x="9156" y="1786"/>
                  <a:pt x="9049" y="1786"/>
                </a:cubicBezTo>
                <a:lnTo>
                  <a:pt x="8465" y="1786"/>
                </a:lnTo>
                <a:cubicBezTo>
                  <a:pt x="8382" y="1786"/>
                  <a:pt x="8287" y="1858"/>
                  <a:pt x="8287" y="1965"/>
                </a:cubicBezTo>
                <a:cubicBezTo>
                  <a:pt x="8287" y="2048"/>
                  <a:pt x="8358" y="2143"/>
                  <a:pt x="8465" y="2143"/>
                </a:cubicBezTo>
                <a:lnTo>
                  <a:pt x="8870" y="2143"/>
                </a:lnTo>
                <a:lnTo>
                  <a:pt x="8870" y="3358"/>
                </a:lnTo>
                <a:cubicBezTo>
                  <a:pt x="8870" y="3453"/>
                  <a:pt x="8942" y="3536"/>
                  <a:pt x="9049" y="3536"/>
                </a:cubicBezTo>
                <a:lnTo>
                  <a:pt x="9454" y="3536"/>
                </a:lnTo>
                <a:cubicBezTo>
                  <a:pt x="9513" y="3536"/>
                  <a:pt x="9573" y="3513"/>
                  <a:pt x="9597" y="3453"/>
                </a:cubicBezTo>
                <a:cubicBezTo>
                  <a:pt x="9704" y="3275"/>
                  <a:pt x="9894" y="3167"/>
                  <a:pt x="10085" y="3167"/>
                </a:cubicBezTo>
                <a:cubicBezTo>
                  <a:pt x="10406" y="3167"/>
                  <a:pt x="10656" y="3417"/>
                  <a:pt x="10656" y="3727"/>
                </a:cubicBezTo>
                <a:cubicBezTo>
                  <a:pt x="10656" y="4048"/>
                  <a:pt x="10406" y="4298"/>
                  <a:pt x="10085" y="4298"/>
                </a:cubicBezTo>
                <a:cubicBezTo>
                  <a:pt x="9882" y="4298"/>
                  <a:pt x="9704" y="4191"/>
                  <a:pt x="9597" y="4013"/>
                </a:cubicBezTo>
                <a:cubicBezTo>
                  <a:pt x="9573" y="3953"/>
                  <a:pt x="9513" y="3929"/>
                  <a:pt x="9454" y="3929"/>
                </a:cubicBezTo>
                <a:lnTo>
                  <a:pt x="9049" y="3929"/>
                </a:lnTo>
                <a:cubicBezTo>
                  <a:pt x="8966" y="3929"/>
                  <a:pt x="8870" y="4001"/>
                  <a:pt x="8870" y="4108"/>
                </a:cubicBezTo>
                <a:lnTo>
                  <a:pt x="8870" y="5322"/>
                </a:lnTo>
                <a:lnTo>
                  <a:pt x="7644" y="5322"/>
                </a:lnTo>
                <a:cubicBezTo>
                  <a:pt x="7561" y="5322"/>
                  <a:pt x="7465" y="5394"/>
                  <a:pt x="7465" y="5501"/>
                </a:cubicBezTo>
                <a:lnTo>
                  <a:pt x="7465" y="5906"/>
                </a:lnTo>
                <a:cubicBezTo>
                  <a:pt x="7465" y="5965"/>
                  <a:pt x="7501" y="6025"/>
                  <a:pt x="7561" y="6049"/>
                </a:cubicBezTo>
                <a:cubicBezTo>
                  <a:pt x="7739" y="6156"/>
                  <a:pt x="7846" y="6346"/>
                  <a:pt x="7846" y="6549"/>
                </a:cubicBezTo>
                <a:cubicBezTo>
                  <a:pt x="7846" y="6858"/>
                  <a:pt x="7584" y="7108"/>
                  <a:pt x="7275" y="7108"/>
                </a:cubicBezTo>
                <a:cubicBezTo>
                  <a:pt x="6965" y="7108"/>
                  <a:pt x="6715" y="6858"/>
                  <a:pt x="6715" y="6549"/>
                </a:cubicBezTo>
                <a:cubicBezTo>
                  <a:pt x="6715" y="6334"/>
                  <a:pt x="6810" y="6156"/>
                  <a:pt x="7001" y="6049"/>
                </a:cubicBezTo>
                <a:cubicBezTo>
                  <a:pt x="7061" y="6025"/>
                  <a:pt x="7084" y="5965"/>
                  <a:pt x="7084" y="5906"/>
                </a:cubicBezTo>
                <a:lnTo>
                  <a:pt x="7084" y="5501"/>
                </a:lnTo>
                <a:cubicBezTo>
                  <a:pt x="7084" y="5418"/>
                  <a:pt x="7013" y="5322"/>
                  <a:pt x="6906" y="5322"/>
                </a:cubicBezTo>
                <a:lnTo>
                  <a:pt x="5679" y="5322"/>
                </a:lnTo>
                <a:lnTo>
                  <a:pt x="5679" y="4287"/>
                </a:lnTo>
                <a:lnTo>
                  <a:pt x="5822" y="4287"/>
                </a:lnTo>
                <a:cubicBezTo>
                  <a:pt x="6001" y="4501"/>
                  <a:pt x="6263" y="4656"/>
                  <a:pt x="6549" y="4656"/>
                </a:cubicBezTo>
                <a:cubicBezTo>
                  <a:pt x="7061" y="4656"/>
                  <a:pt x="7477" y="4239"/>
                  <a:pt x="7477" y="3727"/>
                </a:cubicBezTo>
                <a:cubicBezTo>
                  <a:pt x="7477" y="3227"/>
                  <a:pt x="7061" y="2810"/>
                  <a:pt x="6549" y="2810"/>
                </a:cubicBezTo>
                <a:cubicBezTo>
                  <a:pt x="6263" y="2810"/>
                  <a:pt x="5989" y="2941"/>
                  <a:pt x="5822" y="3179"/>
                </a:cubicBezTo>
                <a:lnTo>
                  <a:pt x="5679" y="3179"/>
                </a:lnTo>
                <a:lnTo>
                  <a:pt x="5679" y="2143"/>
                </a:lnTo>
                <a:lnTo>
                  <a:pt x="7882" y="2143"/>
                </a:lnTo>
                <a:cubicBezTo>
                  <a:pt x="7977" y="2143"/>
                  <a:pt x="8061" y="2060"/>
                  <a:pt x="8061" y="1965"/>
                </a:cubicBezTo>
                <a:cubicBezTo>
                  <a:pt x="8061" y="1870"/>
                  <a:pt x="7989" y="1786"/>
                  <a:pt x="7882" y="1786"/>
                </a:cubicBezTo>
                <a:lnTo>
                  <a:pt x="4286" y="1786"/>
                </a:lnTo>
                <a:lnTo>
                  <a:pt x="4286" y="1643"/>
                </a:lnTo>
                <a:cubicBezTo>
                  <a:pt x="4513" y="1465"/>
                  <a:pt x="4655" y="1203"/>
                  <a:pt x="4655" y="917"/>
                </a:cubicBezTo>
                <a:cubicBezTo>
                  <a:pt x="4655" y="417"/>
                  <a:pt x="4239" y="0"/>
                  <a:pt x="37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2" name="Google Shape;1232;p41"/>
          <p:cNvGrpSpPr/>
          <p:nvPr/>
        </p:nvGrpSpPr>
        <p:grpSpPr>
          <a:xfrm>
            <a:off x="3369024" y="2836359"/>
            <a:ext cx="349052" cy="313055"/>
            <a:chOff x="5778676" y="3826972"/>
            <a:chExt cx="349052" cy="313055"/>
          </a:xfrm>
        </p:grpSpPr>
        <p:sp>
          <p:nvSpPr>
            <p:cNvPr id="1233" name="Google Shape;1233;p41"/>
            <p:cNvSpPr/>
            <p:nvPr/>
          </p:nvSpPr>
          <p:spPr>
            <a:xfrm>
              <a:off x="5923045" y="3890659"/>
              <a:ext cx="27690" cy="48155"/>
            </a:xfrm>
            <a:custGeom>
              <a:avLst/>
              <a:gdLst/>
              <a:ahLst/>
              <a:cxnLst/>
              <a:rect l="l" t="t" r="r" b="b"/>
              <a:pathLst>
                <a:path w="870" h="1513" extrusionOk="0">
                  <a:moveTo>
                    <a:pt x="406" y="286"/>
                  </a:moveTo>
                  <a:lnTo>
                    <a:pt x="406" y="560"/>
                  </a:lnTo>
                  <a:cubicBezTo>
                    <a:pt x="299" y="524"/>
                    <a:pt x="251" y="488"/>
                    <a:pt x="251" y="417"/>
                  </a:cubicBezTo>
                  <a:cubicBezTo>
                    <a:pt x="251" y="345"/>
                    <a:pt x="334" y="298"/>
                    <a:pt x="406" y="286"/>
                  </a:cubicBezTo>
                  <a:close/>
                  <a:moveTo>
                    <a:pt x="513" y="845"/>
                  </a:moveTo>
                  <a:cubicBezTo>
                    <a:pt x="632" y="893"/>
                    <a:pt x="644" y="953"/>
                    <a:pt x="644" y="1012"/>
                  </a:cubicBezTo>
                  <a:cubicBezTo>
                    <a:pt x="644" y="1119"/>
                    <a:pt x="584" y="1155"/>
                    <a:pt x="513" y="1179"/>
                  </a:cubicBezTo>
                  <a:lnTo>
                    <a:pt x="513" y="845"/>
                  </a:lnTo>
                  <a:close/>
                  <a:moveTo>
                    <a:pt x="465" y="0"/>
                  </a:moveTo>
                  <a:cubicBezTo>
                    <a:pt x="441" y="0"/>
                    <a:pt x="406" y="12"/>
                    <a:pt x="406" y="48"/>
                  </a:cubicBezTo>
                  <a:lnTo>
                    <a:pt x="406" y="83"/>
                  </a:lnTo>
                  <a:cubicBezTo>
                    <a:pt x="179" y="119"/>
                    <a:pt x="48" y="238"/>
                    <a:pt x="48" y="441"/>
                  </a:cubicBezTo>
                  <a:cubicBezTo>
                    <a:pt x="48" y="667"/>
                    <a:pt x="215" y="738"/>
                    <a:pt x="406" y="810"/>
                  </a:cubicBezTo>
                  <a:lnTo>
                    <a:pt x="406" y="1191"/>
                  </a:lnTo>
                  <a:cubicBezTo>
                    <a:pt x="299" y="1167"/>
                    <a:pt x="251" y="1143"/>
                    <a:pt x="168" y="1072"/>
                  </a:cubicBezTo>
                  <a:cubicBezTo>
                    <a:pt x="149" y="1058"/>
                    <a:pt x="132" y="1051"/>
                    <a:pt x="116" y="1051"/>
                  </a:cubicBezTo>
                  <a:cubicBezTo>
                    <a:pt x="92" y="1051"/>
                    <a:pt x="70" y="1067"/>
                    <a:pt x="48" y="1095"/>
                  </a:cubicBezTo>
                  <a:cubicBezTo>
                    <a:pt x="1" y="1155"/>
                    <a:pt x="1" y="1215"/>
                    <a:pt x="48" y="1262"/>
                  </a:cubicBezTo>
                  <a:cubicBezTo>
                    <a:pt x="120" y="1357"/>
                    <a:pt x="275" y="1417"/>
                    <a:pt x="406" y="1417"/>
                  </a:cubicBezTo>
                  <a:lnTo>
                    <a:pt x="406" y="1476"/>
                  </a:lnTo>
                  <a:cubicBezTo>
                    <a:pt x="406" y="1500"/>
                    <a:pt x="441" y="1512"/>
                    <a:pt x="465" y="1512"/>
                  </a:cubicBezTo>
                  <a:cubicBezTo>
                    <a:pt x="501" y="1512"/>
                    <a:pt x="525" y="1500"/>
                    <a:pt x="525" y="1476"/>
                  </a:cubicBezTo>
                  <a:lnTo>
                    <a:pt x="525" y="1417"/>
                  </a:lnTo>
                  <a:cubicBezTo>
                    <a:pt x="715" y="1381"/>
                    <a:pt x="870" y="1262"/>
                    <a:pt x="870" y="1024"/>
                  </a:cubicBezTo>
                  <a:cubicBezTo>
                    <a:pt x="870" y="774"/>
                    <a:pt x="739" y="679"/>
                    <a:pt x="525" y="607"/>
                  </a:cubicBezTo>
                  <a:lnTo>
                    <a:pt x="525" y="286"/>
                  </a:lnTo>
                  <a:cubicBezTo>
                    <a:pt x="572" y="286"/>
                    <a:pt x="596" y="298"/>
                    <a:pt x="656" y="322"/>
                  </a:cubicBezTo>
                  <a:cubicBezTo>
                    <a:pt x="682" y="335"/>
                    <a:pt x="713" y="352"/>
                    <a:pt x="745" y="352"/>
                  </a:cubicBezTo>
                  <a:cubicBezTo>
                    <a:pt x="770" y="352"/>
                    <a:pt x="796" y="341"/>
                    <a:pt x="822" y="310"/>
                  </a:cubicBezTo>
                  <a:cubicBezTo>
                    <a:pt x="858" y="262"/>
                    <a:pt x="870" y="202"/>
                    <a:pt x="810" y="155"/>
                  </a:cubicBezTo>
                  <a:cubicBezTo>
                    <a:pt x="739" y="107"/>
                    <a:pt x="620" y="83"/>
                    <a:pt x="525" y="83"/>
                  </a:cubicBezTo>
                  <a:lnTo>
                    <a:pt x="525" y="48"/>
                  </a:lnTo>
                  <a:cubicBezTo>
                    <a:pt x="525" y="12"/>
                    <a:pt x="501" y="0"/>
                    <a:pt x="4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1"/>
            <p:cNvSpPr/>
            <p:nvPr/>
          </p:nvSpPr>
          <p:spPr>
            <a:xfrm>
              <a:off x="5976866" y="3843268"/>
              <a:ext cx="80364" cy="80364"/>
            </a:xfrm>
            <a:custGeom>
              <a:avLst/>
              <a:gdLst/>
              <a:ahLst/>
              <a:cxnLst/>
              <a:rect l="l" t="t" r="r" b="b"/>
              <a:pathLst>
                <a:path w="2525" h="2525" extrusionOk="0">
                  <a:moveTo>
                    <a:pt x="1263" y="310"/>
                  </a:moveTo>
                  <a:cubicBezTo>
                    <a:pt x="1786" y="310"/>
                    <a:pt x="2215" y="739"/>
                    <a:pt x="2215" y="1263"/>
                  </a:cubicBezTo>
                  <a:cubicBezTo>
                    <a:pt x="2215" y="1787"/>
                    <a:pt x="1798" y="2215"/>
                    <a:pt x="1263" y="2215"/>
                  </a:cubicBezTo>
                  <a:cubicBezTo>
                    <a:pt x="739" y="2215"/>
                    <a:pt x="310" y="1787"/>
                    <a:pt x="310" y="1263"/>
                  </a:cubicBezTo>
                  <a:cubicBezTo>
                    <a:pt x="310" y="739"/>
                    <a:pt x="739" y="310"/>
                    <a:pt x="1263" y="310"/>
                  </a:cubicBezTo>
                  <a:close/>
                  <a:moveTo>
                    <a:pt x="1263" y="1"/>
                  </a:moveTo>
                  <a:cubicBezTo>
                    <a:pt x="560" y="1"/>
                    <a:pt x="1" y="560"/>
                    <a:pt x="1" y="1263"/>
                  </a:cubicBezTo>
                  <a:cubicBezTo>
                    <a:pt x="1" y="1965"/>
                    <a:pt x="560" y="2525"/>
                    <a:pt x="1263" y="2525"/>
                  </a:cubicBezTo>
                  <a:cubicBezTo>
                    <a:pt x="1965" y="2525"/>
                    <a:pt x="2525" y="1965"/>
                    <a:pt x="2525" y="1263"/>
                  </a:cubicBezTo>
                  <a:cubicBezTo>
                    <a:pt x="2525" y="560"/>
                    <a:pt x="1965" y="1"/>
                    <a:pt x="12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1"/>
            <p:cNvSpPr/>
            <p:nvPr/>
          </p:nvSpPr>
          <p:spPr>
            <a:xfrm>
              <a:off x="5879473" y="3826972"/>
              <a:ext cx="193288" cy="144051"/>
            </a:xfrm>
            <a:custGeom>
              <a:avLst/>
              <a:gdLst/>
              <a:ahLst/>
              <a:cxnLst/>
              <a:rect l="l" t="t" r="r" b="b"/>
              <a:pathLst>
                <a:path w="6073" h="4526" extrusionOk="0">
                  <a:moveTo>
                    <a:pt x="1798" y="1775"/>
                  </a:moveTo>
                  <a:cubicBezTo>
                    <a:pt x="2132" y="1775"/>
                    <a:pt x="2430" y="1942"/>
                    <a:pt x="2596" y="2192"/>
                  </a:cubicBezTo>
                  <a:cubicBezTo>
                    <a:pt x="2620" y="2346"/>
                    <a:pt x="2680" y="2477"/>
                    <a:pt x="2739" y="2608"/>
                  </a:cubicBezTo>
                  <a:cubicBezTo>
                    <a:pt x="2739" y="2656"/>
                    <a:pt x="2751" y="2704"/>
                    <a:pt x="2751" y="2727"/>
                  </a:cubicBezTo>
                  <a:cubicBezTo>
                    <a:pt x="2751" y="3251"/>
                    <a:pt x="2322" y="3680"/>
                    <a:pt x="1798" y="3680"/>
                  </a:cubicBezTo>
                  <a:cubicBezTo>
                    <a:pt x="1287" y="3680"/>
                    <a:pt x="846" y="3251"/>
                    <a:pt x="846" y="2727"/>
                  </a:cubicBezTo>
                  <a:cubicBezTo>
                    <a:pt x="846" y="2203"/>
                    <a:pt x="1287" y="1775"/>
                    <a:pt x="1798" y="1775"/>
                  </a:cubicBezTo>
                  <a:close/>
                  <a:moveTo>
                    <a:pt x="1810" y="1251"/>
                  </a:moveTo>
                  <a:cubicBezTo>
                    <a:pt x="2072" y="1251"/>
                    <a:pt x="2334" y="1334"/>
                    <a:pt x="2560" y="1465"/>
                  </a:cubicBezTo>
                  <a:cubicBezTo>
                    <a:pt x="2549" y="1537"/>
                    <a:pt x="2549" y="1632"/>
                    <a:pt x="2537" y="1692"/>
                  </a:cubicBezTo>
                  <a:cubicBezTo>
                    <a:pt x="2322" y="1537"/>
                    <a:pt x="2072" y="1453"/>
                    <a:pt x="1787" y="1453"/>
                  </a:cubicBezTo>
                  <a:cubicBezTo>
                    <a:pt x="1084" y="1453"/>
                    <a:pt x="525" y="2013"/>
                    <a:pt x="525" y="2715"/>
                  </a:cubicBezTo>
                  <a:cubicBezTo>
                    <a:pt x="525" y="3418"/>
                    <a:pt x="1084" y="3978"/>
                    <a:pt x="1787" y="3978"/>
                  </a:cubicBezTo>
                  <a:cubicBezTo>
                    <a:pt x="2382" y="3978"/>
                    <a:pt x="2894" y="3561"/>
                    <a:pt x="3025" y="3001"/>
                  </a:cubicBezTo>
                  <a:lnTo>
                    <a:pt x="3192" y="3156"/>
                  </a:lnTo>
                  <a:cubicBezTo>
                    <a:pt x="3025" y="3775"/>
                    <a:pt x="2465" y="4204"/>
                    <a:pt x="1810" y="4204"/>
                  </a:cubicBezTo>
                  <a:cubicBezTo>
                    <a:pt x="1001" y="4204"/>
                    <a:pt x="334" y="3549"/>
                    <a:pt x="334" y="2727"/>
                  </a:cubicBezTo>
                  <a:cubicBezTo>
                    <a:pt x="334" y="1906"/>
                    <a:pt x="989" y="1251"/>
                    <a:pt x="1810" y="1251"/>
                  </a:cubicBezTo>
                  <a:close/>
                  <a:moveTo>
                    <a:pt x="4299" y="1"/>
                  </a:moveTo>
                  <a:cubicBezTo>
                    <a:pt x="3549" y="1"/>
                    <a:pt x="2894" y="501"/>
                    <a:pt x="2632" y="1168"/>
                  </a:cubicBezTo>
                  <a:cubicBezTo>
                    <a:pt x="2382" y="1037"/>
                    <a:pt x="2084" y="953"/>
                    <a:pt x="1787" y="953"/>
                  </a:cubicBezTo>
                  <a:cubicBezTo>
                    <a:pt x="810" y="953"/>
                    <a:pt x="1" y="1763"/>
                    <a:pt x="1" y="2739"/>
                  </a:cubicBezTo>
                  <a:cubicBezTo>
                    <a:pt x="1" y="3727"/>
                    <a:pt x="810" y="4525"/>
                    <a:pt x="1787" y="4525"/>
                  </a:cubicBezTo>
                  <a:cubicBezTo>
                    <a:pt x="2549" y="4525"/>
                    <a:pt x="3203" y="4049"/>
                    <a:pt x="3453" y="3370"/>
                  </a:cubicBezTo>
                  <a:cubicBezTo>
                    <a:pt x="3703" y="3501"/>
                    <a:pt x="3989" y="3573"/>
                    <a:pt x="4299" y="3573"/>
                  </a:cubicBezTo>
                  <a:cubicBezTo>
                    <a:pt x="4704" y="3573"/>
                    <a:pt x="5108" y="3442"/>
                    <a:pt x="5418" y="3192"/>
                  </a:cubicBezTo>
                  <a:cubicBezTo>
                    <a:pt x="5728" y="2942"/>
                    <a:pt x="5954" y="2596"/>
                    <a:pt x="6049" y="2203"/>
                  </a:cubicBezTo>
                  <a:cubicBezTo>
                    <a:pt x="6073" y="2108"/>
                    <a:pt x="6037" y="2013"/>
                    <a:pt x="5942" y="2001"/>
                  </a:cubicBezTo>
                  <a:cubicBezTo>
                    <a:pt x="5932" y="2000"/>
                    <a:pt x="5921" y="1999"/>
                    <a:pt x="5911" y="1999"/>
                  </a:cubicBezTo>
                  <a:cubicBezTo>
                    <a:pt x="5839" y="1999"/>
                    <a:pt x="5772" y="2037"/>
                    <a:pt x="5751" y="2120"/>
                  </a:cubicBezTo>
                  <a:cubicBezTo>
                    <a:pt x="5597" y="2787"/>
                    <a:pt x="5001" y="3251"/>
                    <a:pt x="4323" y="3251"/>
                  </a:cubicBezTo>
                  <a:cubicBezTo>
                    <a:pt x="3787" y="3251"/>
                    <a:pt x="3311" y="2965"/>
                    <a:pt x="3037" y="2501"/>
                  </a:cubicBezTo>
                  <a:cubicBezTo>
                    <a:pt x="3013" y="2358"/>
                    <a:pt x="2953" y="2203"/>
                    <a:pt x="2882" y="2084"/>
                  </a:cubicBezTo>
                  <a:cubicBezTo>
                    <a:pt x="2680" y="1180"/>
                    <a:pt x="3382" y="322"/>
                    <a:pt x="4311" y="322"/>
                  </a:cubicBezTo>
                  <a:cubicBezTo>
                    <a:pt x="4989" y="322"/>
                    <a:pt x="5585" y="775"/>
                    <a:pt x="5739" y="1453"/>
                  </a:cubicBezTo>
                  <a:cubicBezTo>
                    <a:pt x="5750" y="1528"/>
                    <a:pt x="5818" y="1574"/>
                    <a:pt x="5901" y="1574"/>
                  </a:cubicBezTo>
                  <a:cubicBezTo>
                    <a:pt x="5911" y="1574"/>
                    <a:pt x="5920" y="1574"/>
                    <a:pt x="5930" y="1572"/>
                  </a:cubicBezTo>
                  <a:cubicBezTo>
                    <a:pt x="6013" y="1549"/>
                    <a:pt x="6061" y="1465"/>
                    <a:pt x="6049" y="1370"/>
                  </a:cubicBezTo>
                  <a:cubicBezTo>
                    <a:pt x="5954" y="989"/>
                    <a:pt x="5739" y="644"/>
                    <a:pt x="5418" y="394"/>
                  </a:cubicBezTo>
                  <a:cubicBezTo>
                    <a:pt x="5108" y="144"/>
                    <a:pt x="4704" y="1"/>
                    <a:pt x="4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1"/>
            <p:cNvSpPr/>
            <p:nvPr/>
          </p:nvSpPr>
          <p:spPr>
            <a:xfrm>
              <a:off x="6003760" y="3859946"/>
              <a:ext cx="26958" cy="47773"/>
            </a:xfrm>
            <a:custGeom>
              <a:avLst/>
              <a:gdLst/>
              <a:ahLst/>
              <a:cxnLst/>
              <a:rect l="l" t="t" r="r" b="b"/>
              <a:pathLst>
                <a:path w="847" h="1501" extrusionOk="0">
                  <a:moveTo>
                    <a:pt x="382" y="298"/>
                  </a:moveTo>
                  <a:lnTo>
                    <a:pt x="382" y="572"/>
                  </a:lnTo>
                  <a:cubicBezTo>
                    <a:pt x="287" y="536"/>
                    <a:pt x="239" y="501"/>
                    <a:pt x="239" y="429"/>
                  </a:cubicBezTo>
                  <a:cubicBezTo>
                    <a:pt x="239" y="358"/>
                    <a:pt x="310" y="310"/>
                    <a:pt x="382" y="298"/>
                  </a:cubicBezTo>
                  <a:close/>
                  <a:moveTo>
                    <a:pt x="489" y="870"/>
                  </a:moveTo>
                  <a:cubicBezTo>
                    <a:pt x="608" y="917"/>
                    <a:pt x="620" y="977"/>
                    <a:pt x="620" y="1037"/>
                  </a:cubicBezTo>
                  <a:cubicBezTo>
                    <a:pt x="620" y="1132"/>
                    <a:pt x="560" y="1167"/>
                    <a:pt x="489" y="1203"/>
                  </a:cubicBezTo>
                  <a:lnTo>
                    <a:pt x="489" y="870"/>
                  </a:lnTo>
                  <a:close/>
                  <a:moveTo>
                    <a:pt x="441" y="1"/>
                  </a:moveTo>
                  <a:cubicBezTo>
                    <a:pt x="418" y="1"/>
                    <a:pt x="382" y="13"/>
                    <a:pt x="382" y="36"/>
                  </a:cubicBezTo>
                  <a:lnTo>
                    <a:pt x="382" y="84"/>
                  </a:lnTo>
                  <a:cubicBezTo>
                    <a:pt x="156" y="120"/>
                    <a:pt x="25" y="239"/>
                    <a:pt x="25" y="441"/>
                  </a:cubicBezTo>
                  <a:cubicBezTo>
                    <a:pt x="25" y="679"/>
                    <a:pt x="203" y="739"/>
                    <a:pt x="382" y="810"/>
                  </a:cubicBezTo>
                  <a:lnTo>
                    <a:pt x="382" y="1191"/>
                  </a:lnTo>
                  <a:cubicBezTo>
                    <a:pt x="275" y="1167"/>
                    <a:pt x="239" y="1132"/>
                    <a:pt x="144" y="1072"/>
                  </a:cubicBezTo>
                  <a:cubicBezTo>
                    <a:pt x="125" y="1059"/>
                    <a:pt x="108" y="1053"/>
                    <a:pt x="92" y="1053"/>
                  </a:cubicBezTo>
                  <a:cubicBezTo>
                    <a:pt x="37" y="1053"/>
                    <a:pt x="1" y="1121"/>
                    <a:pt x="1" y="1167"/>
                  </a:cubicBezTo>
                  <a:cubicBezTo>
                    <a:pt x="1" y="1203"/>
                    <a:pt x="13" y="1227"/>
                    <a:pt x="25" y="1251"/>
                  </a:cubicBezTo>
                  <a:cubicBezTo>
                    <a:pt x="96" y="1346"/>
                    <a:pt x="251" y="1394"/>
                    <a:pt x="382" y="1394"/>
                  </a:cubicBezTo>
                  <a:lnTo>
                    <a:pt x="382" y="1453"/>
                  </a:lnTo>
                  <a:cubicBezTo>
                    <a:pt x="382" y="1489"/>
                    <a:pt x="418" y="1501"/>
                    <a:pt x="441" y="1501"/>
                  </a:cubicBezTo>
                  <a:cubicBezTo>
                    <a:pt x="477" y="1501"/>
                    <a:pt x="501" y="1489"/>
                    <a:pt x="501" y="1453"/>
                  </a:cubicBezTo>
                  <a:lnTo>
                    <a:pt x="501" y="1394"/>
                  </a:lnTo>
                  <a:cubicBezTo>
                    <a:pt x="703" y="1370"/>
                    <a:pt x="846" y="1251"/>
                    <a:pt x="846" y="1013"/>
                  </a:cubicBezTo>
                  <a:cubicBezTo>
                    <a:pt x="846" y="786"/>
                    <a:pt x="691" y="691"/>
                    <a:pt x="501" y="620"/>
                  </a:cubicBezTo>
                  <a:lnTo>
                    <a:pt x="501" y="298"/>
                  </a:lnTo>
                  <a:cubicBezTo>
                    <a:pt x="584" y="298"/>
                    <a:pt x="608" y="310"/>
                    <a:pt x="680" y="358"/>
                  </a:cubicBezTo>
                  <a:cubicBezTo>
                    <a:pt x="694" y="362"/>
                    <a:pt x="709" y="364"/>
                    <a:pt x="723" y="364"/>
                  </a:cubicBezTo>
                  <a:cubicBezTo>
                    <a:pt x="754" y="364"/>
                    <a:pt x="782" y="351"/>
                    <a:pt x="799" y="310"/>
                  </a:cubicBezTo>
                  <a:cubicBezTo>
                    <a:pt x="834" y="263"/>
                    <a:pt x="846" y="203"/>
                    <a:pt x="787" y="155"/>
                  </a:cubicBezTo>
                  <a:cubicBezTo>
                    <a:pt x="715" y="96"/>
                    <a:pt x="596" y="84"/>
                    <a:pt x="501" y="84"/>
                  </a:cubicBezTo>
                  <a:lnTo>
                    <a:pt x="501" y="36"/>
                  </a:lnTo>
                  <a:cubicBezTo>
                    <a:pt x="501" y="13"/>
                    <a:pt x="477" y="1"/>
                    <a:pt x="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1"/>
            <p:cNvSpPr/>
            <p:nvPr/>
          </p:nvSpPr>
          <p:spPr>
            <a:xfrm>
              <a:off x="5778676" y="3939865"/>
              <a:ext cx="349052" cy="200163"/>
            </a:xfrm>
            <a:custGeom>
              <a:avLst/>
              <a:gdLst/>
              <a:ahLst/>
              <a:cxnLst/>
              <a:rect l="l" t="t" r="r" b="b"/>
              <a:pathLst>
                <a:path w="10967" h="6289" extrusionOk="0">
                  <a:moveTo>
                    <a:pt x="3483" y="1855"/>
                  </a:moveTo>
                  <a:cubicBezTo>
                    <a:pt x="3500" y="1855"/>
                    <a:pt x="3513" y="1868"/>
                    <a:pt x="3513" y="1895"/>
                  </a:cubicBezTo>
                  <a:cubicBezTo>
                    <a:pt x="3584" y="2074"/>
                    <a:pt x="4573" y="4693"/>
                    <a:pt x="4620" y="4776"/>
                  </a:cubicBezTo>
                  <a:cubicBezTo>
                    <a:pt x="4632" y="4788"/>
                    <a:pt x="4620" y="4824"/>
                    <a:pt x="4584" y="4824"/>
                  </a:cubicBezTo>
                  <a:lnTo>
                    <a:pt x="3882" y="5086"/>
                  </a:lnTo>
                  <a:cubicBezTo>
                    <a:pt x="3846" y="4955"/>
                    <a:pt x="2846" y="2300"/>
                    <a:pt x="2775" y="2133"/>
                  </a:cubicBezTo>
                  <a:lnTo>
                    <a:pt x="3465" y="1859"/>
                  </a:lnTo>
                  <a:cubicBezTo>
                    <a:pt x="3471" y="1856"/>
                    <a:pt x="3477" y="1855"/>
                    <a:pt x="3483" y="1855"/>
                  </a:cubicBezTo>
                  <a:close/>
                  <a:moveTo>
                    <a:pt x="2477" y="2228"/>
                  </a:moveTo>
                  <a:lnTo>
                    <a:pt x="3584" y="5193"/>
                  </a:lnTo>
                  <a:cubicBezTo>
                    <a:pt x="3072" y="5407"/>
                    <a:pt x="1739" y="5907"/>
                    <a:pt x="1513" y="6003"/>
                  </a:cubicBezTo>
                  <a:cubicBezTo>
                    <a:pt x="1507" y="6005"/>
                    <a:pt x="1500" y="6007"/>
                    <a:pt x="1493" y="6007"/>
                  </a:cubicBezTo>
                  <a:cubicBezTo>
                    <a:pt x="1468" y="6007"/>
                    <a:pt x="1438" y="5991"/>
                    <a:pt x="1429" y="5955"/>
                  </a:cubicBezTo>
                  <a:lnTo>
                    <a:pt x="358" y="3109"/>
                  </a:lnTo>
                  <a:cubicBezTo>
                    <a:pt x="346" y="3086"/>
                    <a:pt x="358" y="3038"/>
                    <a:pt x="405" y="3026"/>
                  </a:cubicBezTo>
                  <a:cubicBezTo>
                    <a:pt x="1072" y="2764"/>
                    <a:pt x="2013" y="2407"/>
                    <a:pt x="2477" y="2228"/>
                  </a:cubicBezTo>
                  <a:close/>
                  <a:moveTo>
                    <a:pt x="10060" y="0"/>
                  </a:moveTo>
                  <a:cubicBezTo>
                    <a:pt x="9818" y="0"/>
                    <a:pt x="9583" y="125"/>
                    <a:pt x="9407" y="288"/>
                  </a:cubicBezTo>
                  <a:lnTo>
                    <a:pt x="7728" y="1681"/>
                  </a:lnTo>
                  <a:cubicBezTo>
                    <a:pt x="7632" y="1478"/>
                    <a:pt x="7430" y="1264"/>
                    <a:pt x="7061" y="1264"/>
                  </a:cubicBezTo>
                  <a:cubicBezTo>
                    <a:pt x="6668" y="1264"/>
                    <a:pt x="6361" y="1262"/>
                    <a:pt x="6115" y="1262"/>
                  </a:cubicBezTo>
                  <a:cubicBezTo>
                    <a:pt x="5377" y="1262"/>
                    <a:pt x="5192" y="1276"/>
                    <a:pt x="4906" y="1383"/>
                  </a:cubicBezTo>
                  <a:lnTo>
                    <a:pt x="3834" y="1835"/>
                  </a:lnTo>
                  <a:lnTo>
                    <a:pt x="3822" y="1788"/>
                  </a:lnTo>
                  <a:cubicBezTo>
                    <a:pt x="3766" y="1647"/>
                    <a:pt x="3637" y="1551"/>
                    <a:pt x="3491" y="1551"/>
                  </a:cubicBezTo>
                  <a:cubicBezTo>
                    <a:pt x="3451" y="1551"/>
                    <a:pt x="3411" y="1558"/>
                    <a:pt x="3370" y="1574"/>
                  </a:cubicBezTo>
                  <a:lnTo>
                    <a:pt x="2560" y="1871"/>
                  </a:lnTo>
                  <a:cubicBezTo>
                    <a:pt x="2203" y="2014"/>
                    <a:pt x="1084" y="2431"/>
                    <a:pt x="298" y="2728"/>
                  </a:cubicBezTo>
                  <a:cubicBezTo>
                    <a:pt x="108" y="2800"/>
                    <a:pt x="1" y="3026"/>
                    <a:pt x="72" y="3217"/>
                  </a:cubicBezTo>
                  <a:lnTo>
                    <a:pt x="1144" y="6038"/>
                  </a:lnTo>
                  <a:cubicBezTo>
                    <a:pt x="1199" y="6196"/>
                    <a:pt x="1348" y="6288"/>
                    <a:pt x="1501" y="6288"/>
                  </a:cubicBezTo>
                  <a:cubicBezTo>
                    <a:pt x="1545" y="6288"/>
                    <a:pt x="1589" y="6281"/>
                    <a:pt x="1632" y="6265"/>
                  </a:cubicBezTo>
                  <a:cubicBezTo>
                    <a:pt x="1870" y="6181"/>
                    <a:pt x="3501" y="5562"/>
                    <a:pt x="3858" y="5431"/>
                  </a:cubicBezTo>
                  <a:lnTo>
                    <a:pt x="4704" y="5122"/>
                  </a:lnTo>
                  <a:cubicBezTo>
                    <a:pt x="4882" y="5050"/>
                    <a:pt x="4989" y="4848"/>
                    <a:pt x="4918" y="4657"/>
                  </a:cubicBezTo>
                  <a:lnTo>
                    <a:pt x="4894" y="4622"/>
                  </a:lnTo>
                  <a:cubicBezTo>
                    <a:pt x="5454" y="4383"/>
                    <a:pt x="5466" y="4360"/>
                    <a:pt x="6049" y="4360"/>
                  </a:cubicBezTo>
                  <a:cubicBezTo>
                    <a:pt x="6132" y="4360"/>
                    <a:pt x="6204" y="4288"/>
                    <a:pt x="6204" y="4193"/>
                  </a:cubicBezTo>
                  <a:cubicBezTo>
                    <a:pt x="6204" y="4110"/>
                    <a:pt x="6132" y="4026"/>
                    <a:pt x="6049" y="4026"/>
                  </a:cubicBezTo>
                  <a:cubicBezTo>
                    <a:pt x="5418" y="4026"/>
                    <a:pt x="5358" y="4074"/>
                    <a:pt x="4799" y="4312"/>
                  </a:cubicBezTo>
                  <a:lnTo>
                    <a:pt x="3965" y="2097"/>
                  </a:lnTo>
                  <a:lnTo>
                    <a:pt x="5037" y="1645"/>
                  </a:lnTo>
                  <a:cubicBezTo>
                    <a:pt x="5251" y="1571"/>
                    <a:pt x="5403" y="1559"/>
                    <a:pt x="5989" y="1559"/>
                  </a:cubicBezTo>
                  <a:cubicBezTo>
                    <a:pt x="6250" y="1559"/>
                    <a:pt x="6597" y="1562"/>
                    <a:pt x="7073" y="1562"/>
                  </a:cubicBezTo>
                  <a:cubicBezTo>
                    <a:pt x="7240" y="1562"/>
                    <a:pt x="7359" y="1621"/>
                    <a:pt x="7430" y="1740"/>
                  </a:cubicBezTo>
                  <a:cubicBezTo>
                    <a:pt x="7478" y="1835"/>
                    <a:pt x="7490" y="1919"/>
                    <a:pt x="7502" y="1931"/>
                  </a:cubicBezTo>
                  <a:cubicBezTo>
                    <a:pt x="7502" y="1990"/>
                    <a:pt x="7454" y="2276"/>
                    <a:pt x="7180" y="2336"/>
                  </a:cubicBezTo>
                  <a:cubicBezTo>
                    <a:pt x="6740" y="2407"/>
                    <a:pt x="5823" y="2538"/>
                    <a:pt x="5811" y="2538"/>
                  </a:cubicBezTo>
                  <a:cubicBezTo>
                    <a:pt x="5716" y="2562"/>
                    <a:pt x="5656" y="2633"/>
                    <a:pt x="5668" y="2728"/>
                  </a:cubicBezTo>
                  <a:cubicBezTo>
                    <a:pt x="5692" y="2800"/>
                    <a:pt x="5751" y="2859"/>
                    <a:pt x="5823" y="2859"/>
                  </a:cubicBezTo>
                  <a:lnTo>
                    <a:pt x="5847" y="2859"/>
                  </a:lnTo>
                  <a:cubicBezTo>
                    <a:pt x="5870" y="2859"/>
                    <a:pt x="6787" y="2728"/>
                    <a:pt x="7240" y="2645"/>
                  </a:cubicBezTo>
                  <a:cubicBezTo>
                    <a:pt x="7632" y="2574"/>
                    <a:pt x="7787" y="2240"/>
                    <a:pt x="7811" y="2026"/>
                  </a:cubicBezTo>
                  <a:lnTo>
                    <a:pt x="9633" y="514"/>
                  </a:lnTo>
                  <a:cubicBezTo>
                    <a:pt x="9747" y="415"/>
                    <a:pt x="9895" y="311"/>
                    <a:pt x="10058" y="311"/>
                  </a:cubicBezTo>
                  <a:cubicBezTo>
                    <a:pt x="10151" y="311"/>
                    <a:pt x="10248" y="344"/>
                    <a:pt x="10347" y="431"/>
                  </a:cubicBezTo>
                  <a:cubicBezTo>
                    <a:pt x="10645" y="728"/>
                    <a:pt x="10371" y="1073"/>
                    <a:pt x="10299" y="1145"/>
                  </a:cubicBezTo>
                  <a:cubicBezTo>
                    <a:pt x="10228" y="1216"/>
                    <a:pt x="8013" y="3609"/>
                    <a:pt x="8013" y="3609"/>
                  </a:cubicBezTo>
                  <a:cubicBezTo>
                    <a:pt x="7680" y="3990"/>
                    <a:pt x="7251" y="4050"/>
                    <a:pt x="7073" y="4062"/>
                  </a:cubicBezTo>
                  <a:lnTo>
                    <a:pt x="6787" y="4062"/>
                  </a:lnTo>
                  <a:cubicBezTo>
                    <a:pt x="6704" y="4062"/>
                    <a:pt x="6620" y="4133"/>
                    <a:pt x="6620" y="4229"/>
                  </a:cubicBezTo>
                  <a:cubicBezTo>
                    <a:pt x="6620" y="4312"/>
                    <a:pt x="6704" y="4383"/>
                    <a:pt x="6787" y="4383"/>
                  </a:cubicBezTo>
                  <a:lnTo>
                    <a:pt x="7097" y="4383"/>
                  </a:lnTo>
                  <a:cubicBezTo>
                    <a:pt x="7311" y="4371"/>
                    <a:pt x="7859" y="4300"/>
                    <a:pt x="8264" y="3836"/>
                  </a:cubicBezTo>
                  <a:lnTo>
                    <a:pt x="10550" y="1371"/>
                  </a:lnTo>
                  <a:cubicBezTo>
                    <a:pt x="10728" y="1121"/>
                    <a:pt x="10966" y="621"/>
                    <a:pt x="10550" y="204"/>
                  </a:cubicBezTo>
                  <a:cubicBezTo>
                    <a:pt x="10395" y="59"/>
                    <a:pt x="10226" y="0"/>
                    <a:pt x="10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Project Analysis</a:t>
            </a:r>
            <a:endParaRPr dirty="0"/>
          </a:p>
        </p:txBody>
      </p:sp>
      <p:grpSp>
        <p:nvGrpSpPr>
          <p:cNvPr id="332" name="Google Shape;332;p19"/>
          <p:cNvGrpSpPr/>
          <p:nvPr/>
        </p:nvGrpSpPr>
        <p:grpSpPr>
          <a:xfrm>
            <a:off x="1970423" y="1516875"/>
            <a:ext cx="5203102" cy="698100"/>
            <a:chOff x="1970448" y="1516925"/>
            <a:chExt cx="5203102" cy="698100"/>
          </a:xfrm>
        </p:grpSpPr>
        <p:sp>
          <p:nvSpPr>
            <p:cNvPr id="333" name="Google Shape;333;p19"/>
            <p:cNvSpPr/>
            <p:nvPr/>
          </p:nvSpPr>
          <p:spPr>
            <a:xfrm>
              <a:off x="1970448" y="1516925"/>
              <a:ext cx="698100" cy="69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</a:t>
              </a:r>
              <a:endParaRPr sz="36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34" name="Google Shape;334;p19"/>
            <p:cNvSpPr txBox="1"/>
            <p:nvPr/>
          </p:nvSpPr>
          <p:spPr>
            <a:xfrm>
              <a:off x="2965799" y="1623725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STRENGTH</a:t>
              </a:r>
              <a:endParaRPr sz="20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35" name="Google Shape;335;p19"/>
            <p:cNvSpPr txBox="1"/>
            <p:nvPr/>
          </p:nvSpPr>
          <p:spPr>
            <a:xfrm>
              <a:off x="5094850" y="1623725"/>
              <a:ext cx="2078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Large dataset, Real-world application, Multi-label classification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36" name="Google Shape;336;p19"/>
          <p:cNvGrpSpPr/>
          <p:nvPr/>
        </p:nvGrpSpPr>
        <p:grpSpPr>
          <a:xfrm>
            <a:off x="1970437" y="2314740"/>
            <a:ext cx="5203088" cy="698100"/>
            <a:chOff x="1970462" y="2314790"/>
            <a:chExt cx="5203088" cy="698100"/>
          </a:xfrm>
        </p:grpSpPr>
        <p:sp>
          <p:nvSpPr>
            <p:cNvPr id="337" name="Google Shape;337;p19"/>
            <p:cNvSpPr/>
            <p:nvPr/>
          </p:nvSpPr>
          <p:spPr>
            <a:xfrm>
              <a:off x="1970462" y="2314790"/>
              <a:ext cx="698100" cy="69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W</a:t>
              </a:r>
              <a:endParaRPr sz="36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38" name="Google Shape;338;p19"/>
            <p:cNvSpPr txBox="1"/>
            <p:nvPr/>
          </p:nvSpPr>
          <p:spPr>
            <a:xfrm>
              <a:off x="2965806" y="2421590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WEAKNESSES</a:t>
              </a:r>
              <a:endParaRPr sz="20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39" name="Google Shape;339;p19"/>
            <p:cNvSpPr txBox="1"/>
            <p:nvPr/>
          </p:nvSpPr>
          <p:spPr>
            <a:xfrm>
              <a:off x="5094850" y="2421590"/>
              <a:ext cx="2078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Imbalanced data</a:t>
              </a:r>
              <a:b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</a:br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Large training time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40" name="Google Shape;340;p19"/>
          <p:cNvGrpSpPr/>
          <p:nvPr/>
        </p:nvGrpSpPr>
        <p:grpSpPr>
          <a:xfrm>
            <a:off x="1970430" y="3112604"/>
            <a:ext cx="5203095" cy="698100"/>
            <a:chOff x="1970455" y="3112654"/>
            <a:chExt cx="5203095" cy="698100"/>
          </a:xfrm>
        </p:grpSpPr>
        <p:sp>
          <p:nvSpPr>
            <p:cNvPr id="341" name="Google Shape;341;p19"/>
            <p:cNvSpPr/>
            <p:nvPr/>
          </p:nvSpPr>
          <p:spPr>
            <a:xfrm>
              <a:off x="1970455" y="3112654"/>
              <a:ext cx="698100" cy="69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O</a:t>
              </a:r>
              <a:endParaRPr sz="36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42" name="Google Shape;342;p19"/>
            <p:cNvSpPr txBox="1"/>
            <p:nvPr/>
          </p:nvSpPr>
          <p:spPr>
            <a:xfrm>
              <a:off x="2965803" y="3219454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OPPORTUNITIES</a:t>
              </a:r>
              <a:endParaRPr sz="20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43" name="Google Shape;343;p19"/>
            <p:cNvSpPr txBox="1"/>
            <p:nvPr/>
          </p:nvSpPr>
          <p:spPr>
            <a:xfrm>
              <a:off x="5094850" y="3219454"/>
              <a:ext cx="2078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Social media moderation,</a:t>
              </a:r>
            </a:p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AI-powered safety systems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grpSp>
        <p:nvGrpSpPr>
          <p:cNvPr id="344" name="Google Shape;344;p19"/>
          <p:cNvGrpSpPr/>
          <p:nvPr/>
        </p:nvGrpSpPr>
        <p:grpSpPr>
          <a:xfrm>
            <a:off x="1970423" y="3910469"/>
            <a:ext cx="5203102" cy="698100"/>
            <a:chOff x="1970448" y="3910519"/>
            <a:chExt cx="5203102" cy="698100"/>
          </a:xfrm>
        </p:grpSpPr>
        <p:sp>
          <p:nvSpPr>
            <p:cNvPr id="345" name="Google Shape;345;p19"/>
            <p:cNvSpPr/>
            <p:nvPr/>
          </p:nvSpPr>
          <p:spPr>
            <a:xfrm>
              <a:off x="1970448" y="3910519"/>
              <a:ext cx="698100" cy="69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chemeClr val="lt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T</a:t>
              </a:r>
              <a:endParaRPr sz="3600">
                <a:solidFill>
                  <a:schemeClr val="lt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46" name="Google Shape;346;p19"/>
            <p:cNvSpPr txBox="1"/>
            <p:nvPr/>
          </p:nvSpPr>
          <p:spPr>
            <a:xfrm>
              <a:off x="2965799" y="4017319"/>
              <a:ext cx="18318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rPr>
                <a:t>THREATS</a:t>
              </a:r>
              <a:endParaRPr sz="2000">
                <a:solidFill>
                  <a:schemeClr val="dk1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sp>
          <p:nvSpPr>
            <p:cNvPr id="347" name="Google Shape;347;p19"/>
            <p:cNvSpPr txBox="1"/>
            <p:nvPr/>
          </p:nvSpPr>
          <p:spPr>
            <a:xfrm>
              <a:off x="5094850" y="4017319"/>
              <a:ext cx="20787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False predictions,</a:t>
              </a:r>
            </a:p>
            <a:p>
              <a:pPr lvl="0" algn="ctr"/>
              <a:r>
                <a:rPr lang="en-US" dirty="0">
                  <a:solidFill>
                    <a:schemeClr val="tx1"/>
                  </a:solidFill>
                  <a:latin typeface="Maven Pro" panose="020B0604020202020204" charset="0"/>
                </a:rPr>
                <a:t>Ambiguous language</a:t>
              </a:r>
              <a:endParaRPr dirty="0">
                <a:solidFill>
                  <a:schemeClr val="tx1"/>
                </a:solidFill>
                <a:latin typeface="Maven Pro" panose="020B0604020202020204" charset="0"/>
                <a:ea typeface="Maven Pro"/>
                <a:cs typeface="Maven Pro"/>
                <a:sym typeface="Maven Pro"/>
              </a:endParaRPr>
            </a:p>
          </p:txBody>
        </p:sp>
      </p:grpSp>
      <p:cxnSp>
        <p:nvCxnSpPr>
          <p:cNvPr id="348" name="Google Shape;348;p19"/>
          <p:cNvCxnSpPr>
            <a:stCxn id="334" idx="1"/>
            <a:endCxn id="333" idx="3"/>
          </p:cNvCxnSpPr>
          <p:nvPr/>
        </p:nvCxnSpPr>
        <p:spPr>
          <a:xfrm rot="10800000">
            <a:off x="2668474" y="1865925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349;p19"/>
          <p:cNvCxnSpPr>
            <a:stCxn id="337" idx="3"/>
            <a:endCxn id="338" idx="1"/>
          </p:cNvCxnSpPr>
          <p:nvPr/>
        </p:nvCxnSpPr>
        <p:spPr>
          <a:xfrm>
            <a:off x="2668537" y="2663790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19"/>
          <p:cNvCxnSpPr>
            <a:stCxn id="341" idx="3"/>
            <a:endCxn id="342" idx="1"/>
          </p:cNvCxnSpPr>
          <p:nvPr/>
        </p:nvCxnSpPr>
        <p:spPr>
          <a:xfrm>
            <a:off x="2668530" y="3461654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1" name="Google Shape;351;p19"/>
          <p:cNvCxnSpPr>
            <a:stCxn id="345" idx="3"/>
            <a:endCxn id="346" idx="1"/>
          </p:cNvCxnSpPr>
          <p:nvPr/>
        </p:nvCxnSpPr>
        <p:spPr>
          <a:xfrm>
            <a:off x="2668523" y="4259519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2" name="Google Shape;352;p19"/>
          <p:cNvCxnSpPr>
            <a:cxnSpLocks/>
            <a:stCxn id="335" idx="1"/>
            <a:endCxn id="334" idx="3"/>
          </p:cNvCxnSpPr>
          <p:nvPr/>
        </p:nvCxnSpPr>
        <p:spPr>
          <a:xfrm rot="10800000">
            <a:off x="4797525" y="1865925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19"/>
          <p:cNvCxnSpPr>
            <a:stCxn id="339" idx="1"/>
            <a:endCxn id="338" idx="3"/>
          </p:cNvCxnSpPr>
          <p:nvPr/>
        </p:nvCxnSpPr>
        <p:spPr>
          <a:xfrm rot="10800000">
            <a:off x="4797525" y="2663790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4" name="Google Shape;354;p19"/>
          <p:cNvCxnSpPr>
            <a:stCxn id="343" idx="1"/>
            <a:endCxn id="342" idx="3"/>
          </p:cNvCxnSpPr>
          <p:nvPr/>
        </p:nvCxnSpPr>
        <p:spPr>
          <a:xfrm rot="10800000">
            <a:off x="4797525" y="3461654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19"/>
          <p:cNvCxnSpPr>
            <a:stCxn id="347" idx="1"/>
            <a:endCxn id="346" idx="3"/>
          </p:cNvCxnSpPr>
          <p:nvPr/>
        </p:nvCxnSpPr>
        <p:spPr>
          <a:xfrm rot="10800000">
            <a:off x="4797525" y="4259519"/>
            <a:ext cx="297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>
          <a:extLst>
            <a:ext uri="{FF2B5EF4-FFF2-40B4-BE49-F238E27FC236}">
              <a16:creationId xmlns:a16="http://schemas.microsoft.com/office/drawing/2014/main" id="{47422B16-0744-F869-3502-F75573DB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>
            <a:extLst>
              <a:ext uri="{FF2B5EF4-FFF2-40B4-BE49-F238E27FC236}">
                <a16:creationId xmlns:a16="http://schemas.microsoft.com/office/drawing/2014/main" id="{D776FD77-200A-F7D0-FAF8-82CE922A1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4" name="Google Shape;191;p15">
            <a:extLst>
              <a:ext uri="{FF2B5EF4-FFF2-40B4-BE49-F238E27FC236}">
                <a16:creationId xmlns:a16="http://schemas.microsoft.com/office/drawing/2014/main" id="{21913DC9-418F-D8D6-CA7B-D93C6FCDA6CF}"/>
              </a:ext>
            </a:extLst>
          </p:cNvPr>
          <p:cNvSpPr txBox="1">
            <a:spLocks/>
          </p:cNvSpPr>
          <p:nvPr/>
        </p:nvSpPr>
        <p:spPr>
          <a:xfrm>
            <a:off x="870985" y="1112200"/>
            <a:ext cx="7704000" cy="3869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>
                <a:solidFill>
                  <a:schemeClr val="tx1"/>
                </a:solidFill>
                <a:latin typeface="Maven Pro" panose="020B0604020202020204" charset="0"/>
              </a:rPr>
              <a:t>This project successfully applied:</a:t>
            </a:r>
          </a:p>
          <a:p>
            <a:endParaRPr lang="en-US" b="1" dirty="0">
              <a:solidFill>
                <a:schemeClr val="tx1"/>
              </a:solidFill>
              <a:latin typeface="Maven Pro" panose="020B0604020202020204" charset="0"/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Natural Language Processing (NLP)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Machine Learning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Explainable AI </a:t>
            </a:r>
          </a:p>
          <a:p>
            <a:r>
              <a:rPr lang="en-US" dirty="0">
                <a:solidFill>
                  <a:schemeClr val="tx1"/>
                </a:solidFill>
              </a:rPr>
              <a:t>to automatically detect toxic online comments.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Maven Pro" panose="020B0604020202020204" charset="0"/>
              </a:rPr>
              <a:t>Key Achievements :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Cleaned and processed text data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Extracted meaningful features using TF-IDF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Compared multiple ML models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Improved minority class detection using Threshold Tuning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Built explainable toxicity prediction using LLMs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Deployed the system using </a:t>
            </a:r>
            <a:r>
              <a:rPr lang="en-US" altLang="en-US" dirty="0" err="1">
                <a:solidFill>
                  <a:schemeClr val="tx1"/>
                </a:solidFill>
                <a:latin typeface="Maven Pro" panose="020B0604020202020204" charset="0"/>
              </a:rPr>
              <a:t>Gradio</a:t>
            </a: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 </a:t>
            </a: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Maven Pro" panose="020B0604020202020204" charset="0"/>
              </a:rPr>
              <a:t>Achieved beat result using SVM</a:t>
            </a:r>
          </a:p>
          <a:p>
            <a:pPr marL="609600" lvl="1">
              <a:buSzPts val="1200"/>
            </a:pPr>
            <a:endParaRPr lang="en-US" dirty="0"/>
          </a:p>
          <a:p>
            <a:pPr marL="609600" lvl="1">
              <a:buSzPts val="12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122693"/>
      </p:ext>
    </p:extLst>
  </p:cSld>
  <p:clrMapOvr>
    <a:masterClrMapping/>
  </p:clrMapOvr>
</p:sld>
</file>

<file path=ppt/theme/theme1.xml><?xml version="1.0" encoding="utf-8"?>
<a:theme xmlns:a="http://schemas.openxmlformats.org/drawingml/2006/main" name="Data Science Consulting Infographics by Slidesgo">
  <a:themeElements>
    <a:clrScheme name="Simple Light">
      <a:dk1>
        <a:srgbClr val="FFFFFF"/>
      </a:dk1>
      <a:lt1>
        <a:srgbClr val="002845"/>
      </a:lt1>
      <a:dk2>
        <a:srgbClr val="1A5E8F"/>
      </a:dk2>
      <a:lt2>
        <a:srgbClr val="FFD6E1"/>
      </a:lt2>
      <a:accent1>
        <a:srgbClr val="E898AC"/>
      </a:accent1>
      <a:accent2>
        <a:srgbClr val="00CFCC"/>
      </a:accent2>
      <a:accent3>
        <a:srgbClr val="FF9973"/>
      </a:accent3>
      <a:accent4>
        <a:srgbClr val="F64975"/>
      </a:accent4>
      <a:accent5>
        <a:srgbClr val="5EFFFD"/>
      </a:accent5>
      <a:accent6>
        <a:srgbClr val="FC723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671</Words>
  <Application>Microsoft Office PowerPoint</Application>
  <PresentationFormat>On-screen Show (16:9)</PresentationFormat>
  <Paragraphs>262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Anaheim</vt:lpstr>
      <vt:lpstr>Roboto Condensed Light</vt:lpstr>
      <vt:lpstr>Share Tech</vt:lpstr>
      <vt:lpstr>Nunito Light</vt:lpstr>
      <vt:lpstr>Maven Pro</vt:lpstr>
      <vt:lpstr>Arial</vt:lpstr>
      <vt:lpstr>Data Science Consulting Infographics by Slidesgo</vt:lpstr>
      <vt:lpstr>Toxic Comment  Classification</vt:lpstr>
      <vt:lpstr>Team Members</vt:lpstr>
      <vt:lpstr>What is the Project About?</vt:lpstr>
      <vt:lpstr>Why is This Important? </vt:lpstr>
      <vt:lpstr>Generic Pipeline</vt:lpstr>
      <vt:lpstr>1-Dataset Acquisiont</vt:lpstr>
      <vt:lpstr>Dataset Distribution(Visualization)</vt:lpstr>
      <vt:lpstr>2-Text Cleaning</vt:lpstr>
      <vt:lpstr>2-Text Cleaning</vt:lpstr>
      <vt:lpstr>3- Pre-Processing</vt:lpstr>
      <vt:lpstr>4-Feature Engineering</vt:lpstr>
      <vt:lpstr>5-Modeling</vt:lpstr>
      <vt:lpstr>6-Imbalanced Dataset Problem</vt:lpstr>
      <vt:lpstr>7-Evaluation</vt:lpstr>
      <vt:lpstr>Evaluation Accuracy</vt:lpstr>
      <vt:lpstr>8-Results </vt:lpstr>
      <vt:lpstr>8-Results </vt:lpstr>
      <vt:lpstr>Performance Comparison</vt:lpstr>
      <vt:lpstr>Workflow</vt:lpstr>
      <vt:lpstr>Explainable AI (LLM Integration)</vt:lpstr>
      <vt:lpstr>Technologies Used</vt:lpstr>
      <vt:lpstr>9-Applications of the System </vt:lpstr>
      <vt:lpstr>Advantages of the System</vt:lpstr>
      <vt:lpstr>Project Stages Timeline </vt:lpstr>
      <vt:lpstr>Project 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Yara</dc:creator>
  <cp:lastModifiedBy>Yara Zalat</cp:lastModifiedBy>
  <cp:revision>1</cp:revision>
  <dcterms:modified xsi:type="dcterms:W3CDTF">2026-05-09T16:04:10Z</dcterms:modified>
</cp:coreProperties>
</file>